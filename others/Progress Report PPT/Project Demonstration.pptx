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8" r:id="rId4"/>
    <p:sldId id="259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65" r:id="rId18"/>
    <p:sldId id="267" r:id="rId19"/>
  </p:sldIdLst>
  <p:sldSz cx="12192000" cy="6858000"/>
  <p:notesSz cx="6858000" cy="12192000"/>
  <p:embeddedFontLst>
    <p:embeddedFont>
      <p:font typeface="MiSans" panose="020B0604020202020204" charset="-122"/>
      <p:regular r:id="rId21"/>
    </p:embeddedFont>
    <p:embeddedFont>
      <p:font typeface="Noto Sans SC" panose="020B0604020202020204" charset="-128"/>
      <p:regular r:id="rId22"/>
    </p:embeddedFont>
    <p:embeddedFont>
      <p:font typeface="Quattrocento Sans" panose="020B0502050000020003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38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4-20-00:00:01-d7ifo0a5hvlqovl1q9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1440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38100" y="0"/>
                </a:moveTo>
                <a:lnTo>
                  <a:pt x="1485900" y="0"/>
                </a:lnTo>
                <a:cubicBezTo>
                  <a:pt x="1506928" y="0"/>
                  <a:pt x="1524000" y="17072"/>
                  <a:pt x="1524000" y="38100"/>
                </a:cubicBezTo>
                <a:lnTo>
                  <a:pt x="1524000" y="38100"/>
                </a:lnTo>
                <a:cubicBezTo>
                  <a:pt x="1524000" y="59128"/>
                  <a:pt x="1506928" y="76200"/>
                  <a:pt x="1485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085850"/>
            <a:ext cx="3667125" cy="4762500"/>
          </a:xfrm>
          <a:custGeom>
            <a:avLst/>
            <a:gdLst/>
            <a:ahLst/>
            <a:cxnLst/>
            <a:rect l="l" t="t" r="r" b="b"/>
            <a:pathLst>
              <a:path w="3667125" h="4762500">
                <a:moveTo>
                  <a:pt x="228609" y="0"/>
                </a:moveTo>
                <a:lnTo>
                  <a:pt x="3438516" y="0"/>
                </a:lnTo>
                <a:cubicBezTo>
                  <a:pt x="3564773" y="0"/>
                  <a:pt x="3667125" y="102352"/>
                  <a:pt x="3667125" y="228609"/>
                </a:cubicBezTo>
                <a:lnTo>
                  <a:pt x="3667125" y="4533891"/>
                </a:lnTo>
                <a:cubicBezTo>
                  <a:pt x="3667125" y="4660148"/>
                  <a:pt x="3564773" y="4762500"/>
                  <a:pt x="3438516" y="4762500"/>
                </a:cubicBezTo>
                <a:lnTo>
                  <a:pt x="228609" y="4762500"/>
                </a:lnTo>
                <a:cubicBezTo>
                  <a:pt x="102352" y="4762500"/>
                  <a:pt x="0" y="4660148"/>
                  <a:pt x="0" y="4533891"/>
                </a:cubicBezTo>
                <a:lnTo>
                  <a:pt x="0" y="228609"/>
                </a:lnTo>
                <a:cubicBezTo>
                  <a:pt x="0" y="102352"/>
                  <a:pt x="102352" y="0"/>
                  <a:pt x="228609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D8B4FE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25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6" name="Shape 4"/>
          <p:cNvSpPr/>
          <p:nvPr/>
        </p:nvSpPr>
        <p:spPr>
          <a:xfrm>
            <a:off x="735806" y="1419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1409700"/>
            <a:ext cx="2162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Disease Detection</a:t>
            </a:r>
            <a:endParaRPr lang="en-US" sz="1600" dirty="0"/>
          </a:p>
        </p:txBody>
      </p:sp>
      <p:pic>
        <p:nvPicPr>
          <p:cNvPr id="8" name="Image 0" descr="https://kimi-web-img.moonshot.cn/img/img.freepik.com/fef287014307d0e1aef42fab81e31389d4488aba.jpg"/>
          <p:cNvPicPr>
            <a:picLocks noChangeAspect="1"/>
          </p:cNvPicPr>
          <p:nvPr/>
        </p:nvPicPr>
        <p:blipFill>
          <a:blip r:embed="rId3"/>
          <a:srcRect t="31662" b="31662"/>
          <a:stretch/>
        </p:blipFill>
        <p:spPr>
          <a:xfrm>
            <a:off x="571500" y="1981200"/>
            <a:ext cx="3324225" cy="1219200"/>
          </a:xfrm>
          <a:prstGeom prst="roundRect">
            <a:avLst>
              <a:gd name="adj" fmla="val 1250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571500" y="3314700"/>
            <a:ext cx="3400425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72B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Gemini-powered</a:t>
            </a:r>
            <a:r>
              <a:rPr lang="en-US" sz="120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symptom analysis &amp; image classification for preliminary disease guidance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" y="5067300"/>
            <a:ext cx="838200" cy="266700"/>
          </a:xfrm>
          <a:custGeom>
            <a:avLst/>
            <a:gdLst/>
            <a:ahLst/>
            <a:cxnLst/>
            <a:rect l="l" t="t" r="r" b="b"/>
            <a:pathLst>
              <a:path w="838200" h="266700">
                <a:moveTo>
                  <a:pt x="133350" y="0"/>
                </a:moveTo>
                <a:lnTo>
                  <a:pt x="704850" y="0"/>
                </a:lnTo>
                <a:cubicBezTo>
                  <a:pt x="778448" y="0"/>
                  <a:pt x="838200" y="59752"/>
                  <a:pt x="838200" y="133350"/>
                </a:cubicBezTo>
                <a:lnTo>
                  <a:pt x="838200" y="133350"/>
                </a:lnTo>
                <a:cubicBezTo>
                  <a:pt x="838200" y="206948"/>
                  <a:pt x="778448" y="266700"/>
                  <a:pt x="704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5067300"/>
            <a:ext cx="904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Input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487686" y="5067300"/>
            <a:ext cx="1028700" cy="266700"/>
          </a:xfrm>
          <a:custGeom>
            <a:avLst/>
            <a:gdLst/>
            <a:ahLst/>
            <a:cxnLst/>
            <a:rect l="l" t="t" r="r" b="b"/>
            <a:pathLst>
              <a:path w="1028700" h="266700">
                <a:moveTo>
                  <a:pt x="133350" y="0"/>
                </a:moveTo>
                <a:lnTo>
                  <a:pt x="895350" y="0"/>
                </a:lnTo>
                <a:cubicBezTo>
                  <a:pt x="968948" y="0"/>
                  <a:pt x="1028700" y="59752"/>
                  <a:pt x="1028700" y="133350"/>
                </a:cubicBezTo>
                <a:lnTo>
                  <a:pt x="1028700" y="133350"/>
                </a:lnTo>
                <a:cubicBezTo>
                  <a:pt x="1028700" y="206948"/>
                  <a:pt x="968948" y="266700"/>
                  <a:pt x="895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13" name="Text 10"/>
          <p:cNvSpPr/>
          <p:nvPr/>
        </p:nvSpPr>
        <p:spPr>
          <a:xfrm>
            <a:off x="1487686" y="5067300"/>
            <a:ext cx="10953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 Upload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1500" y="5410200"/>
            <a:ext cx="1859792" cy="266700"/>
          </a:xfrm>
          <a:custGeom>
            <a:avLst/>
            <a:gdLst/>
            <a:ahLst/>
            <a:cxnLst/>
            <a:rect l="l" t="t" r="r" b="b"/>
            <a:pathLst>
              <a:path w="1859792" h="266700">
                <a:moveTo>
                  <a:pt x="178336" y="0"/>
                </a:moveTo>
                <a:lnTo>
                  <a:pt x="1681456" y="0"/>
                </a:lnTo>
                <a:cubicBezTo>
                  <a:pt x="1779882" y="0"/>
                  <a:pt x="1859792" y="59752"/>
                  <a:pt x="1859792" y="133350"/>
                </a:cubicBezTo>
                <a:lnTo>
                  <a:pt x="1859792" y="133350"/>
                </a:lnTo>
                <a:cubicBezTo>
                  <a:pt x="1859792" y="206948"/>
                  <a:pt x="1779882" y="266700"/>
                  <a:pt x="1681456" y="266700"/>
                </a:cubicBezTo>
                <a:lnTo>
                  <a:pt x="178336" y="266700"/>
                </a:lnTo>
                <a:cubicBezTo>
                  <a:pt x="79910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79910" y="0"/>
                  <a:pt x="178336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15" name="Text 12"/>
          <p:cNvSpPr/>
          <p:nvPr/>
        </p:nvSpPr>
        <p:spPr>
          <a:xfrm>
            <a:off x="735806" y="5200650"/>
            <a:ext cx="1746913" cy="5080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Urgency Assessment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60850" y="1085850"/>
            <a:ext cx="3667125" cy="4762500"/>
          </a:xfrm>
          <a:custGeom>
            <a:avLst/>
            <a:gdLst/>
            <a:ahLst/>
            <a:cxnLst/>
            <a:rect l="l" t="t" r="r" b="b"/>
            <a:pathLst>
              <a:path w="3667125" h="4762500">
                <a:moveTo>
                  <a:pt x="228609" y="0"/>
                </a:moveTo>
                <a:lnTo>
                  <a:pt x="3438516" y="0"/>
                </a:lnTo>
                <a:cubicBezTo>
                  <a:pt x="3564773" y="0"/>
                  <a:pt x="3667125" y="102352"/>
                  <a:pt x="3667125" y="228609"/>
                </a:cubicBezTo>
                <a:lnTo>
                  <a:pt x="3667125" y="4533891"/>
                </a:lnTo>
                <a:cubicBezTo>
                  <a:pt x="3667125" y="4660148"/>
                  <a:pt x="3564773" y="4762500"/>
                  <a:pt x="3438516" y="4762500"/>
                </a:cubicBezTo>
                <a:lnTo>
                  <a:pt x="228609" y="4762500"/>
                </a:lnTo>
                <a:cubicBezTo>
                  <a:pt x="102352" y="4762500"/>
                  <a:pt x="0" y="4660148"/>
                  <a:pt x="0" y="4533891"/>
                </a:cubicBezTo>
                <a:lnTo>
                  <a:pt x="0" y="228609"/>
                </a:lnTo>
                <a:cubicBezTo>
                  <a:pt x="0" y="102352"/>
                  <a:pt x="102352" y="0"/>
                  <a:pt x="228609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9A8D4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32300" y="125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DF2F8"/>
          </a:solidFill>
          <a:ln/>
        </p:spPr>
      </p:sp>
      <p:sp>
        <p:nvSpPr>
          <p:cNvPr id="18" name="Shape 15"/>
          <p:cNvSpPr/>
          <p:nvPr/>
        </p:nvSpPr>
        <p:spPr>
          <a:xfrm>
            <a:off x="4614466" y="14192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89297" y="44648"/>
                </a:moveTo>
                <a:cubicBezTo>
                  <a:pt x="89297" y="24947"/>
                  <a:pt x="105315" y="8930"/>
                  <a:pt x="125016" y="8930"/>
                </a:cubicBezTo>
                <a:cubicBezTo>
                  <a:pt x="144717" y="8930"/>
                  <a:pt x="160734" y="24947"/>
                  <a:pt x="160734" y="44648"/>
                </a:cubicBezTo>
                <a:lnTo>
                  <a:pt x="160734" y="71438"/>
                </a:lnTo>
                <a:lnTo>
                  <a:pt x="89297" y="71438"/>
                </a:lnTo>
                <a:lnTo>
                  <a:pt x="89297" y="44648"/>
                </a:lnTo>
                <a:close/>
                <a:moveTo>
                  <a:pt x="62508" y="71438"/>
                </a:moveTo>
                <a:lnTo>
                  <a:pt x="26789" y="71438"/>
                </a:lnTo>
                <a:cubicBezTo>
                  <a:pt x="11999" y="71438"/>
                  <a:pt x="0" y="83437"/>
                  <a:pt x="0" y="98227"/>
                </a:cubicBezTo>
                <a:lnTo>
                  <a:pt x="0" y="214313"/>
                </a:lnTo>
                <a:cubicBezTo>
                  <a:pt x="0" y="243892"/>
                  <a:pt x="23999" y="267891"/>
                  <a:pt x="53578" y="267891"/>
                </a:cubicBezTo>
                <a:lnTo>
                  <a:pt x="196453" y="267891"/>
                </a:lnTo>
                <a:cubicBezTo>
                  <a:pt x="226033" y="267891"/>
                  <a:pt x="250031" y="243892"/>
                  <a:pt x="250031" y="214313"/>
                </a:cubicBezTo>
                <a:lnTo>
                  <a:pt x="250031" y="98227"/>
                </a:lnTo>
                <a:cubicBezTo>
                  <a:pt x="250031" y="83437"/>
                  <a:pt x="238032" y="71438"/>
                  <a:pt x="223242" y="71438"/>
                </a:cubicBezTo>
                <a:lnTo>
                  <a:pt x="187523" y="71438"/>
                </a:lnTo>
                <a:lnTo>
                  <a:pt x="187523" y="44648"/>
                </a:lnTo>
                <a:cubicBezTo>
                  <a:pt x="187523" y="10102"/>
                  <a:pt x="159562" y="-17859"/>
                  <a:pt x="125016" y="-17859"/>
                </a:cubicBezTo>
                <a:cubicBezTo>
                  <a:pt x="90469" y="-17859"/>
                  <a:pt x="62508" y="10102"/>
                  <a:pt x="62508" y="44648"/>
                </a:cubicBezTo>
                <a:lnTo>
                  <a:pt x="62508" y="71438"/>
                </a:lnTo>
                <a:close/>
                <a:moveTo>
                  <a:pt x="75902" y="98227"/>
                </a:moveTo>
                <a:cubicBezTo>
                  <a:pt x="83295" y="98227"/>
                  <a:pt x="89297" y="104228"/>
                  <a:pt x="89297" y="111621"/>
                </a:cubicBezTo>
                <a:cubicBezTo>
                  <a:pt x="89297" y="119014"/>
                  <a:pt x="83295" y="125016"/>
                  <a:pt x="75902" y="125016"/>
                </a:cubicBezTo>
                <a:cubicBezTo>
                  <a:pt x="68510" y="125016"/>
                  <a:pt x="62508" y="119014"/>
                  <a:pt x="62508" y="111621"/>
                </a:cubicBezTo>
                <a:cubicBezTo>
                  <a:pt x="62508" y="104228"/>
                  <a:pt x="68510" y="98227"/>
                  <a:pt x="75902" y="98227"/>
                </a:cubicBezTo>
                <a:close/>
                <a:moveTo>
                  <a:pt x="160734" y="111621"/>
                </a:moveTo>
                <a:cubicBezTo>
                  <a:pt x="160734" y="104228"/>
                  <a:pt x="166736" y="98227"/>
                  <a:pt x="174129" y="98227"/>
                </a:cubicBezTo>
                <a:cubicBezTo>
                  <a:pt x="181522" y="98227"/>
                  <a:pt x="187523" y="104228"/>
                  <a:pt x="187523" y="111621"/>
                </a:cubicBezTo>
                <a:cubicBezTo>
                  <a:pt x="187523" y="119014"/>
                  <a:pt x="181522" y="125016"/>
                  <a:pt x="174129" y="125016"/>
                </a:cubicBezTo>
                <a:cubicBezTo>
                  <a:pt x="166736" y="125016"/>
                  <a:pt x="160734" y="119014"/>
                  <a:pt x="160734" y="111621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5156200" y="1409700"/>
            <a:ext cx="2333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Platform</a:t>
            </a:r>
            <a:endParaRPr lang="en-US" sz="1600" dirty="0"/>
          </a:p>
        </p:txBody>
      </p:sp>
      <p:pic>
        <p:nvPicPr>
          <p:cNvPr id="20" name="Image 1" descr="https://kimi-web-img.moonshot.cn/img/static.vecteezy.com/9fbbffda28868011392ec58da9a897d29273c45d.jpg"/>
          <p:cNvPicPr>
            <a:picLocks noChangeAspect="1"/>
          </p:cNvPicPr>
          <p:nvPr/>
        </p:nvPicPr>
        <p:blipFill>
          <a:blip r:embed="rId4"/>
          <a:srcRect t="16374" b="16374"/>
          <a:stretch/>
        </p:blipFill>
        <p:spPr>
          <a:xfrm>
            <a:off x="4432300" y="1981200"/>
            <a:ext cx="3324225" cy="1219200"/>
          </a:xfrm>
          <a:prstGeom prst="roundRect">
            <a:avLst>
              <a:gd name="adj" fmla="val 12500"/>
            </a:avLst>
          </a:prstGeom>
        </p:spPr>
      </p:pic>
      <p:sp>
        <p:nvSpPr>
          <p:cNvPr id="21" name="Text 17"/>
          <p:cNvSpPr/>
          <p:nvPr/>
        </p:nvSpPr>
        <p:spPr>
          <a:xfrm>
            <a:off x="4432300" y="3314700"/>
            <a:ext cx="3400425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Full-featured </a:t>
            </a:r>
            <a:r>
              <a:rPr lang="en-US" sz="1200" b="1" dirty="0">
                <a:solidFill>
                  <a:srgbClr val="F472B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veterinary marketplace</a:t>
            </a:r>
            <a:r>
              <a:rPr lang="en-US" sz="120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cart, wishlist, orders &amp; payment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432300" y="5410200"/>
            <a:ext cx="1162050" cy="266700"/>
          </a:xfrm>
          <a:custGeom>
            <a:avLst/>
            <a:gdLst/>
            <a:ahLst/>
            <a:cxnLst/>
            <a:rect l="l" t="t" r="r" b="b"/>
            <a:pathLst>
              <a:path w="1162050" h="266700">
                <a:moveTo>
                  <a:pt x="133350" y="0"/>
                </a:moveTo>
                <a:lnTo>
                  <a:pt x="1028700" y="0"/>
                </a:lnTo>
                <a:cubicBezTo>
                  <a:pt x="1102298" y="0"/>
                  <a:pt x="1162050" y="59752"/>
                  <a:pt x="1162050" y="133350"/>
                </a:cubicBezTo>
                <a:lnTo>
                  <a:pt x="1162050" y="133350"/>
                </a:lnTo>
                <a:cubicBezTo>
                  <a:pt x="1162050" y="206948"/>
                  <a:pt x="1102298" y="266700"/>
                  <a:pt x="1028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DF2F8"/>
          </a:solidFill>
          <a:ln/>
        </p:spPr>
      </p:sp>
      <p:sp>
        <p:nvSpPr>
          <p:cNvPr id="23" name="Text 19"/>
          <p:cNvSpPr/>
          <p:nvPr/>
        </p:nvSpPr>
        <p:spPr>
          <a:xfrm>
            <a:off x="4432300" y="5410200"/>
            <a:ext cx="12287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 Catalog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674221" y="5410200"/>
            <a:ext cx="1219200" cy="266700"/>
          </a:xfrm>
          <a:custGeom>
            <a:avLst/>
            <a:gdLst/>
            <a:ahLst/>
            <a:cxnLst/>
            <a:rect l="l" t="t" r="r" b="b"/>
            <a:pathLst>
              <a:path w="1219200" h="266700">
                <a:moveTo>
                  <a:pt x="133350" y="0"/>
                </a:moveTo>
                <a:lnTo>
                  <a:pt x="1085850" y="0"/>
                </a:lnTo>
                <a:cubicBezTo>
                  <a:pt x="1159448" y="0"/>
                  <a:pt x="1219200" y="59752"/>
                  <a:pt x="1219200" y="133350"/>
                </a:cubicBezTo>
                <a:lnTo>
                  <a:pt x="1219200" y="133350"/>
                </a:lnTo>
                <a:cubicBezTo>
                  <a:pt x="1219200" y="206948"/>
                  <a:pt x="1159448" y="266700"/>
                  <a:pt x="1085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DF2F8"/>
          </a:solidFill>
          <a:ln/>
        </p:spPr>
      </p:sp>
      <p:sp>
        <p:nvSpPr>
          <p:cNvPr id="25" name="Text 21"/>
          <p:cNvSpPr/>
          <p:nvPr/>
        </p:nvSpPr>
        <p:spPr>
          <a:xfrm>
            <a:off x="5674221" y="5410200"/>
            <a:ext cx="1285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Cart &amp; Checkout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971606" y="5410200"/>
            <a:ext cx="695325" cy="266700"/>
          </a:xfrm>
          <a:custGeom>
            <a:avLst/>
            <a:gdLst/>
            <a:ahLst/>
            <a:cxnLst/>
            <a:rect l="l" t="t" r="r" b="b"/>
            <a:pathLst>
              <a:path w="695325" h="266700">
                <a:moveTo>
                  <a:pt x="133350" y="0"/>
                </a:moveTo>
                <a:lnTo>
                  <a:pt x="561975" y="0"/>
                </a:lnTo>
                <a:cubicBezTo>
                  <a:pt x="635573" y="0"/>
                  <a:pt x="695325" y="59752"/>
                  <a:pt x="695325" y="133350"/>
                </a:cubicBezTo>
                <a:lnTo>
                  <a:pt x="695325" y="133350"/>
                </a:lnTo>
                <a:cubicBezTo>
                  <a:pt x="695325" y="206948"/>
                  <a:pt x="635573" y="266700"/>
                  <a:pt x="561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DF2F8"/>
          </a:solidFill>
          <a:ln/>
        </p:spPr>
      </p:sp>
      <p:sp>
        <p:nvSpPr>
          <p:cNvPr id="27" name="Text 23"/>
          <p:cNvSpPr/>
          <p:nvPr/>
        </p:nvSpPr>
        <p:spPr>
          <a:xfrm>
            <a:off x="6971606" y="5410200"/>
            <a:ext cx="762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Reviews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8121650" y="1085850"/>
            <a:ext cx="3667125" cy="4762500"/>
          </a:xfrm>
          <a:custGeom>
            <a:avLst/>
            <a:gdLst/>
            <a:ahLst/>
            <a:cxnLst/>
            <a:rect l="l" t="t" r="r" b="b"/>
            <a:pathLst>
              <a:path w="3667125" h="4762500">
                <a:moveTo>
                  <a:pt x="228609" y="0"/>
                </a:moveTo>
                <a:lnTo>
                  <a:pt x="3438516" y="0"/>
                </a:lnTo>
                <a:cubicBezTo>
                  <a:pt x="3564773" y="0"/>
                  <a:pt x="3667125" y="102352"/>
                  <a:pt x="3667125" y="228609"/>
                </a:cubicBezTo>
                <a:lnTo>
                  <a:pt x="3667125" y="4533891"/>
                </a:lnTo>
                <a:cubicBezTo>
                  <a:pt x="3667125" y="4660148"/>
                  <a:pt x="3564773" y="4762500"/>
                  <a:pt x="3438516" y="4762500"/>
                </a:cubicBezTo>
                <a:lnTo>
                  <a:pt x="228609" y="4762500"/>
                </a:lnTo>
                <a:cubicBezTo>
                  <a:pt x="102352" y="4762500"/>
                  <a:pt x="0" y="4660148"/>
                  <a:pt x="0" y="4533891"/>
                </a:cubicBezTo>
                <a:lnTo>
                  <a:pt x="0" y="228609"/>
                </a:lnTo>
                <a:cubicBezTo>
                  <a:pt x="0" y="102352"/>
                  <a:pt x="102352" y="0"/>
                  <a:pt x="228609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D8B4FE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293100" y="125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30" name="Shape 26"/>
          <p:cNvSpPr/>
          <p:nvPr/>
        </p:nvSpPr>
        <p:spPr>
          <a:xfrm>
            <a:off x="8475266" y="14192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4465"/>
                </a:move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lose/>
                <a:moveTo>
                  <a:pt x="158502" y="179040"/>
                </a:moveTo>
                <a:cubicBezTo>
                  <a:pt x="155488" y="178761"/>
                  <a:pt x="152363" y="178594"/>
                  <a:pt x="149237" y="178594"/>
                </a:cubicBezTo>
                <a:lnTo>
                  <a:pt x="100738" y="178594"/>
                </a:lnTo>
                <a:cubicBezTo>
                  <a:pt x="97613" y="178594"/>
                  <a:pt x="94543" y="178761"/>
                  <a:pt x="91473" y="179040"/>
                </a:cubicBezTo>
                <a:lnTo>
                  <a:pt x="91473" y="216712"/>
                </a:lnTo>
                <a:cubicBezTo>
                  <a:pt x="100682" y="220954"/>
                  <a:pt x="107100" y="230274"/>
                  <a:pt x="107100" y="241046"/>
                </a:cubicBezTo>
                <a:cubicBezTo>
                  <a:pt x="107100" y="255836"/>
                  <a:pt x="95101" y="267835"/>
                  <a:pt x="80311" y="267835"/>
                </a:cubicBezTo>
                <a:cubicBezTo>
                  <a:pt x="65522" y="267835"/>
                  <a:pt x="53522" y="255836"/>
                  <a:pt x="53522" y="241046"/>
                </a:cubicBezTo>
                <a:cubicBezTo>
                  <a:pt x="53522" y="230219"/>
                  <a:pt x="59941" y="220898"/>
                  <a:pt x="69149" y="216712"/>
                </a:cubicBezTo>
                <a:lnTo>
                  <a:pt x="69149" y="184119"/>
                </a:lnTo>
                <a:cubicBezTo>
                  <a:pt x="34044" y="197011"/>
                  <a:pt x="8930" y="230832"/>
                  <a:pt x="8930" y="270458"/>
                </a:cubicBezTo>
                <a:cubicBezTo>
                  <a:pt x="8930" y="278885"/>
                  <a:pt x="15794" y="285750"/>
                  <a:pt x="24222" y="285750"/>
                </a:cubicBezTo>
                <a:lnTo>
                  <a:pt x="225754" y="285750"/>
                </a:lnTo>
                <a:cubicBezTo>
                  <a:pt x="234181" y="285750"/>
                  <a:pt x="241046" y="278885"/>
                  <a:pt x="241046" y="270458"/>
                </a:cubicBezTo>
                <a:cubicBezTo>
                  <a:pt x="241046" y="230832"/>
                  <a:pt x="215931" y="197067"/>
                  <a:pt x="180770" y="184175"/>
                </a:cubicBezTo>
                <a:lnTo>
                  <a:pt x="180770" y="205048"/>
                </a:lnTo>
                <a:cubicBezTo>
                  <a:pt x="193774" y="209624"/>
                  <a:pt x="203095" y="222070"/>
                  <a:pt x="203095" y="236637"/>
                </a:cubicBezTo>
                <a:lnTo>
                  <a:pt x="203095" y="254496"/>
                </a:lnTo>
                <a:cubicBezTo>
                  <a:pt x="203095" y="260635"/>
                  <a:pt x="198072" y="265658"/>
                  <a:pt x="191932" y="265658"/>
                </a:cubicBezTo>
                <a:cubicBezTo>
                  <a:pt x="185793" y="265658"/>
                  <a:pt x="180770" y="260635"/>
                  <a:pt x="180770" y="254496"/>
                </a:cubicBezTo>
                <a:lnTo>
                  <a:pt x="180770" y="236637"/>
                </a:lnTo>
                <a:cubicBezTo>
                  <a:pt x="180770" y="230498"/>
                  <a:pt x="175747" y="225475"/>
                  <a:pt x="169608" y="225475"/>
                </a:cubicBezTo>
                <a:cubicBezTo>
                  <a:pt x="163469" y="225475"/>
                  <a:pt x="158446" y="230498"/>
                  <a:pt x="158446" y="236637"/>
                </a:cubicBezTo>
                <a:lnTo>
                  <a:pt x="158446" y="254496"/>
                </a:lnTo>
                <a:cubicBezTo>
                  <a:pt x="158446" y="260635"/>
                  <a:pt x="153423" y="265658"/>
                  <a:pt x="147284" y="265658"/>
                </a:cubicBezTo>
                <a:cubicBezTo>
                  <a:pt x="141145" y="265658"/>
                  <a:pt x="136122" y="260635"/>
                  <a:pt x="136122" y="254496"/>
                </a:cubicBezTo>
                <a:lnTo>
                  <a:pt x="136122" y="236637"/>
                </a:lnTo>
                <a:cubicBezTo>
                  <a:pt x="136122" y="222070"/>
                  <a:pt x="145442" y="209680"/>
                  <a:pt x="158446" y="205048"/>
                </a:cubicBezTo>
                <a:lnTo>
                  <a:pt x="158446" y="179040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31" name="Text 27"/>
          <p:cNvSpPr/>
          <p:nvPr/>
        </p:nvSpPr>
        <p:spPr>
          <a:xfrm>
            <a:off x="9017000" y="1409700"/>
            <a:ext cx="1847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Consultation</a:t>
            </a:r>
            <a:endParaRPr lang="en-US" sz="1600" dirty="0"/>
          </a:p>
        </p:txBody>
      </p:sp>
      <p:pic>
        <p:nvPicPr>
          <p:cNvPr id="32" name="Image 2" descr="https://kimi-web-img.moonshot.cn/img/static.vecteezy.com/db59ecded883d5678183f5c27a2020e361c3db84.jpg"/>
          <p:cNvPicPr>
            <a:picLocks noChangeAspect="1"/>
          </p:cNvPicPr>
          <p:nvPr/>
        </p:nvPicPr>
        <p:blipFill>
          <a:blip r:embed="rId5"/>
          <a:srcRect t="31662" b="31662"/>
          <a:stretch/>
        </p:blipFill>
        <p:spPr>
          <a:xfrm>
            <a:off x="8293100" y="1981200"/>
            <a:ext cx="3324225" cy="1219200"/>
          </a:xfrm>
          <a:prstGeom prst="roundRect">
            <a:avLst>
              <a:gd name="adj" fmla="val 12500"/>
            </a:avLst>
          </a:prstGeom>
        </p:spPr>
      </p:pic>
      <p:sp>
        <p:nvSpPr>
          <p:cNvPr id="33" name="Text 28"/>
          <p:cNvSpPr/>
          <p:nvPr/>
        </p:nvSpPr>
        <p:spPr>
          <a:xfrm>
            <a:off x="8293100" y="3314700"/>
            <a:ext cx="3400425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Online </a:t>
            </a:r>
            <a:r>
              <a:rPr lang="en-US" sz="1200" b="1" dirty="0">
                <a:solidFill>
                  <a:srgbClr val="F472B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veterinary appointments</a:t>
            </a:r>
            <a:r>
              <a:rPr lang="en-US" sz="120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5 specialist doctors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8293100" y="5067300"/>
            <a:ext cx="1218063" cy="266700"/>
          </a:xfrm>
          <a:custGeom>
            <a:avLst/>
            <a:gdLst/>
            <a:ahLst/>
            <a:cxnLst/>
            <a:rect l="l" t="t" r="r" b="b"/>
            <a:pathLst>
              <a:path w="1218063" h="266700">
                <a:moveTo>
                  <a:pt x="175803" y="0"/>
                </a:moveTo>
                <a:lnTo>
                  <a:pt x="1042260" y="0"/>
                </a:lnTo>
                <a:cubicBezTo>
                  <a:pt x="1139288" y="0"/>
                  <a:pt x="1218063" y="59752"/>
                  <a:pt x="1218063" y="133350"/>
                </a:cubicBezTo>
                <a:lnTo>
                  <a:pt x="1218063" y="133350"/>
                </a:lnTo>
                <a:cubicBezTo>
                  <a:pt x="1218063" y="206948"/>
                  <a:pt x="1139288" y="266700"/>
                  <a:pt x="1042260" y="266700"/>
                </a:cubicBezTo>
                <a:lnTo>
                  <a:pt x="175803" y="266700"/>
                </a:lnTo>
                <a:cubicBezTo>
                  <a:pt x="78775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78775" y="0"/>
                  <a:pt x="175803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35" name="Text 30"/>
          <p:cNvSpPr/>
          <p:nvPr/>
        </p:nvSpPr>
        <p:spPr>
          <a:xfrm>
            <a:off x="8475266" y="5067300"/>
            <a:ext cx="1218063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Specialists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9721850" y="5067300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37" name="Text 32"/>
          <p:cNvSpPr/>
          <p:nvPr/>
        </p:nvSpPr>
        <p:spPr>
          <a:xfrm>
            <a:off x="9655175" y="5067300"/>
            <a:ext cx="1437138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Booking System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8293100" y="5410200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133350" y="0"/>
                </a:moveTo>
                <a:lnTo>
                  <a:pt x="1200150" y="0"/>
                </a:lnTo>
                <a:cubicBezTo>
                  <a:pt x="1273748" y="0"/>
                  <a:pt x="1333500" y="59752"/>
                  <a:pt x="1333500" y="133350"/>
                </a:cubicBezTo>
                <a:lnTo>
                  <a:pt x="1333500" y="133350"/>
                </a:lnTo>
                <a:cubicBezTo>
                  <a:pt x="1333500" y="206948"/>
                  <a:pt x="1273748" y="266700"/>
                  <a:pt x="12001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39" name="Text 34"/>
          <p:cNvSpPr/>
          <p:nvPr/>
        </p:nvSpPr>
        <p:spPr>
          <a:xfrm>
            <a:off x="8293100" y="5410200"/>
            <a:ext cx="1400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 Notifications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390525" y="5953125"/>
            <a:ext cx="11410950" cy="514350"/>
          </a:xfrm>
          <a:custGeom>
            <a:avLst/>
            <a:gdLst/>
            <a:ahLst/>
            <a:cxnLst/>
            <a:rect l="l" t="t" r="r" b="b"/>
            <a:pathLst>
              <a:path w="11410950" h="514350">
                <a:moveTo>
                  <a:pt x="152402" y="0"/>
                </a:moveTo>
                <a:lnTo>
                  <a:pt x="11258548" y="0"/>
                </a:lnTo>
                <a:cubicBezTo>
                  <a:pt x="11342717" y="0"/>
                  <a:pt x="11410950" y="68233"/>
                  <a:pt x="11410950" y="152402"/>
                </a:cubicBezTo>
                <a:lnTo>
                  <a:pt x="11410950" y="361948"/>
                </a:lnTo>
                <a:cubicBezTo>
                  <a:pt x="11410950" y="446117"/>
                  <a:pt x="11342717" y="514350"/>
                  <a:pt x="11258548" y="514350"/>
                </a:cubicBezTo>
                <a:lnTo>
                  <a:pt x="152402" y="514350"/>
                </a:lnTo>
                <a:cubicBezTo>
                  <a:pt x="68233" y="514350"/>
                  <a:pt x="0" y="446117"/>
                  <a:pt x="0" y="36194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25400">
            <a:solidFill>
              <a:srgbClr val="D8B4FE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428107" y="61277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42" name="Text 37"/>
          <p:cNvSpPr/>
          <p:nvPr/>
        </p:nvSpPr>
        <p:spPr>
          <a:xfrm>
            <a:off x="1476375" y="6076950"/>
            <a:ext cx="10244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 Stack:</a:t>
            </a:r>
            <a:r>
              <a:rPr lang="en-US" sz="13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Django • Google Gemini AI • PIL • PostgreSQL • Bootstrap</a:t>
            </a:r>
            <a:endParaRPr lang="en-US" sz="1600" dirty="0"/>
          </a:p>
        </p:txBody>
      </p:sp>
      <p:sp>
        <p:nvSpPr>
          <p:cNvPr id="43" name="Text 38"/>
          <p:cNvSpPr/>
          <p:nvPr/>
        </p:nvSpPr>
        <p:spPr>
          <a:xfrm>
            <a:off x="3322164" y="6477000"/>
            <a:ext cx="85628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81C87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3142A3-4FDB-367E-3458-2CBB2549E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4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Schema &amp; Models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38100" y="0"/>
                </a:moveTo>
                <a:lnTo>
                  <a:pt x="1485900" y="0"/>
                </a:lnTo>
                <a:cubicBezTo>
                  <a:pt x="1506928" y="0"/>
                  <a:pt x="1524000" y="17072"/>
                  <a:pt x="1524000" y="38100"/>
                </a:cubicBezTo>
                <a:lnTo>
                  <a:pt x="1524000" y="38100"/>
                </a:lnTo>
                <a:cubicBezTo>
                  <a:pt x="1524000" y="59128"/>
                  <a:pt x="1506928" y="76200"/>
                  <a:pt x="1485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C3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 Django models with complex relationships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457325"/>
            <a:ext cx="3714750" cy="971550"/>
          </a:xfrm>
          <a:custGeom>
            <a:avLst/>
            <a:gdLst/>
            <a:ahLst/>
            <a:cxnLst/>
            <a:rect l="l" t="t" r="r" b="b"/>
            <a:pathLst>
              <a:path w="3714750" h="971550">
                <a:moveTo>
                  <a:pt x="152397" y="0"/>
                </a:moveTo>
                <a:lnTo>
                  <a:pt x="3562353" y="0"/>
                </a:lnTo>
                <a:cubicBezTo>
                  <a:pt x="3646519" y="0"/>
                  <a:pt x="3714750" y="68231"/>
                  <a:pt x="3714750" y="152397"/>
                </a:cubicBezTo>
                <a:lnTo>
                  <a:pt x="3714750" y="819153"/>
                </a:lnTo>
                <a:cubicBezTo>
                  <a:pt x="3714750" y="903319"/>
                  <a:pt x="3646519" y="971550"/>
                  <a:pt x="3562353" y="971550"/>
                </a:cubicBezTo>
                <a:lnTo>
                  <a:pt x="152397" y="971550"/>
                </a:lnTo>
                <a:cubicBezTo>
                  <a:pt x="68231" y="971550"/>
                  <a:pt x="0" y="903319"/>
                  <a:pt x="0" y="819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8B4FE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8163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23" y="26901"/>
                </a:moveTo>
                <a:cubicBezTo>
                  <a:pt x="13990" y="18008"/>
                  <a:pt x="22138" y="11906"/>
                  <a:pt x="31403" y="11906"/>
                </a:cubicBezTo>
                <a:lnTo>
                  <a:pt x="159395" y="11906"/>
                </a:lnTo>
                <a:cubicBezTo>
                  <a:pt x="168659" y="11906"/>
                  <a:pt x="176808" y="18008"/>
                  <a:pt x="179412" y="26901"/>
                </a:cubicBezTo>
                <a:lnTo>
                  <a:pt x="188119" y="56741"/>
                </a:lnTo>
                <a:cubicBezTo>
                  <a:pt x="192881" y="73000"/>
                  <a:pt x="180640" y="89297"/>
                  <a:pt x="163711" y="89297"/>
                </a:cubicBezTo>
                <a:cubicBezTo>
                  <a:pt x="153925" y="89297"/>
                  <a:pt x="145331" y="83753"/>
                  <a:pt x="141089" y="75493"/>
                </a:cubicBezTo>
                <a:cubicBezTo>
                  <a:pt x="136773" y="83641"/>
                  <a:pt x="128215" y="89297"/>
                  <a:pt x="118244" y="89297"/>
                </a:cubicBezTo>
                <a:cubicBezTo>
                  <a:pt x="108347" y="89297"/>
                  <a:pt x="99752" y="83716"/>
                  <a:pt x="95436" y="75530"/>
                </a:cubicBezTo>
                <a:cubicBezTo>
                  <a:pt x="91120" y="83716"/>
                  <a:pt x="82525" y="89297"/>
                  <a:pt x="72628" y="89297"/>
                </a:cubicBezTo>
                <a:cubicBezTo>
                  <a:pt x="62657" y="89297"/>
                  <a:pt x="54099" y="83679"/>
                  <a:pt x="49783" y="75493"/>
                </a:cubicBezTo>
                <a:cubicBezTo>
                  <a:pt x="45541" y="83716"/>
                  <a:pt x="36947" y="89297"/>
                  <a:pt x="27161" y="89297"/>
                </a:cubicBezTo>
                <a:cubicBezTo>
                  <a:pt x="10195" y="89297"/>
                  <a:pt x="-2009" y="73037"/>
                  <a:pt x="2753" y="56741"/>
                </a:cubicBezTo>
                <a:lnTo>
                  <a:pt x="11423" y="26901"/>
                </a:lnTo>
                <a:close/>
                <a:moveTo>
                  <a:pt x="35868" y="130969"/>
                </a:moveTo>
                <a:lnTo>
                  <a:pt x="154930" y="130969"/>
                </a:lnTo>
                <a:lnTo>
                  <a:pt x="154930" y="106263"/>
                </a:lnTo>
                <a:cubicBezTo>
                  <a:pt x="157758" y="106859"/>
                  <a:pt x="160697" y="107156"/>
                  <a:pt x="163674" y="107156"/>
                </a:cubicBezTo>
                <a:cubicBezTo>
                  <a:pt x="168994" y="107156"/>
                  <a:pt x="174092" y="106189"/>
                  <a:pt x="178743" y="104477"/>
                </a:cubicBezTo>
                <a:lnTo>
                  <a:pt x="178743" y="160734"/>
                </a:lnTo>
                <a:cubicBezTo>
                  <a:pt x="178743" y="170594"/>
                  <a:pt x="170743" y="178594"/>
                  <a:pt x="160883" y="178594"/>
                </a:cubicBezTo>
                <a:lnTo>
                  <a:pt x="29914" y="178594"/>
                </a:lnTo>
                <a:cubicBezTo>
                  <a:pt x="20055" y="178594"/>
                  <a:pt x="12055" y="170594"/>
                  <a:pt x="12055" y="160734"/>
                </a:cubicBezTo>
                <a:lnTo>
                  <a:pt x="12055" y="104477"/>
                </a:lnTo>
                <a:cubicBezTo>
                  <a:pt x="16706" y="106189"/>
                  <a:pt x="21766" y="107156"/>
                  <a:pt x="27124" y="107156"/>
                </a:cubicBezTo>
                <a:cubicBezTo>
                  <a:pt x="30138" y="107156"/>
                  <a:pt x="33040" y="106859"/>
                  <a:pt x="35868" y="106263"/>
                </a:cubicBezTo>
                <a:lnTo>
                  <a:pt x="35868" y="130969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828675" y="1581150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4350" y="192405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OneToOneField → User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name, email, phone, address, image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525" y="2524125"/>
            <a:ext cx="3714750" cy="971550"/>
          </a:xfrm>
          <a:custGeom>
            <a:avLst/>
            <a:gdLst/>
            <a:ahLst/>
            <a:cxnLst/>
            <a:rect l="l" t="t" r="r" b="b"/>
            <a:pathLst>
              <a:path w="3714750" h="971550">
                <a:moveTo>
                  <a:pt x="152397" y="0"/>
                </a:moveTo>
                <a:lnTo>
                  <a:pt x="3562353" y="0"/>
                </a:lnTo>
                <a:cubicBezTo>
                  <a:pt x="3646519" y="0"/>
                  <a:pt x="3714750" y="68231"/>
                  <a:pt x="3714750" y="152397"/>
                </a:cubicBezTo>
                <a:lnTo>
                  <a:pt x="3714750" y="819153"/>
                </a:lnTo>
                <a:cubicBezTo>
                  <a:pt x="3714750" y="903319"/>
                  <a:pt x="3646519" y="971550"/>
                  <a:pt x="3562353" y="971550"/>
                </a:cubicBezTo>
                <a:lnTo>
                  <a:pt x="152397" y="971550"/>
                </a:lnTo>
                <a:cubicBezTo>
                  <a:pt x="68231" y="971550"/>
                  <a:pt x="0" y="903319"/>
                  <a:pt x="0" y="819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9A8D4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6256" y="2686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9275" y="14548"/>
                </a:moveTo>
                <a:lnTo>
                  <a:pt x="204415" y="70470"/>
                </a:lnTo>
                <a:cubicBezTo>
                  <a:pt x="214722" y="80925"/>
                  <a:pt x="214722" y="97668"/>
                  <a:pt x="204415" y="108124"/>
                </a:cubicBezTo>
                <a:lnTo>
                  <a:pt x="146224" y="167022"/>
                </a:lnTo>
                <a:cubicBezTo>
                  <a:pt x="142763" y="170520"/>
                  <a:pt x="137108" y="170557"/>
                  <a:pt x="133610" y="167097"/>
                </a:cubicBezTo>
                <a:cubicBezTo>
                  <a:pt x="130113" y="163637"/>
                  <a:pt x="130076" y="157981"/>
                  <a:pt x="133536" y="154484"/>
                </a:cubicBezTo>
                <a:lnTo>
                  <a:pt x="191728" y="95548"/>
                </a:lnTo>
                <a:cubicBezTo>
                  <a:pt x="195151" y="92087"/>
                  <a:pt x="195151" y="86469"/>
                  <a:pt x="191728" y="83009"/>
                </a:cubicBezTo>
                <a:lnTo>
                  <a:pt x="136550" y="27124"/>
                </a:lnTo>
                <a:cubicBezTo>
                  <a:pt x="133090" y="23626"/>
                  <a:pt x="133127" y="17971"/>
                  <a:pt x="136624" y="14511"/>
                </a:cubicBezTo>
                <a:cubicBezTo>
                  <a:pt x="140122" y="11050"/>
                  <a:pt x="145777" y="11088"/>
                  <a:pt x="149237" y="14585"/>
                </a:cubicBezTo>
                <a:close/>
                <a:moveTo>
                  <a:pt x="11943" y="85390"/>
                </a:moveTo>
                <a:lnTo>
                  <a:pt x="11943" y="35719"/>
                </a:lnTo>
                <a:cubicBezTo>
                  <a:pt x="11943" y="22585"/>
                  <a:pt x="22622" y="11906"/>
                  <a:pt x="35756" y="11906"/>
                </a:cubicBezTo>
                <a:lnTo>
                  <a:pt x="85427" y="11906"/>
                </a:lnTo>
                <a:cubicBezTo>
                  <a:pt x="91753" y="11906"/>
                  <a:pt x="97817" y="14399"/>
                  <a:pt x="102282" y="18864"/>
                </a:cubicBezTo>
                <a:lnTo>
                  <a:pt x="155860" y="72442"/>
                </a:lnTo>
                <a:cubicBezTo>
                  <a:pt x="165162" y="81744"/>
                  <a:pt x="165162" y="96813"/>
                  <a:pt x="155860" y="106114"/>
                </a:cubicBezTo>
                <a:lnTo>
                  <a:pt x="106189" y="155786"/>
                </a:lnTo>
                <a:cubicBezTo>
                  <a:pt x="96887" y="165088"/>
                  <a:pt x="81818" y="165088"/>
                  <a:pt x="72517" y="155786"/>
                </a:cubicBezTo>
                <a:lnTo>
                  <a:pt x="18938" y="102208"/>
                </a:lnTo>
                <a:cubicBezTo>
                  <a:pt x="14474" y="97743"/>
                  <a:pt x="11981" y="91678"/>
                  <a:pt x="11981" y="85353"/>
                </a:cubicBezTo>
                <a:close/>
                <a:moveTo>
                  <a:pt x="65522" y="53578"/>
                </a:moveTo>
                <a:cubicBezTo>
                  <a:pt x="65522" y="47007"/>
                  <a:pt x="60187" y="41672"/>
                  <a:pt x="53615" y="41672"/>
                </a:cubicBezTo>
                <a:cubicBezTo>
                  <a:pt x="47044" y="41672"/>
                  <a:pt x="41709" y="47007"/>
                  <a:pt x="41709" y="53578"/>
                </a:cubicBezTo>
                <a:cubicBezTo>
                  <a:pt x="41709" y="60149"/>
                  <a:pt x="47044" y="65484"/>
                  <a:pt x="53615" y="65484"/>
                </a:cubicBezTo>
                <a:cubicBezTo>
                  <a:pt x="60187" y="65484"/>
                  <a:pt x="65522" y="60149"/>
                  <a:pt x="65522" y="53578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828675" y="2647950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4350" y="299085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Auto-slugify via save()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title, slug, image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0525" y="3590925"/>
            <a:ext cx="3714750" cy="1162050"/>
          </a:xfrm>
          <a:custGeom>
            <a:avLst/>
            <a:gdLst/>
            <a:ahLst/>
            <a:cxnLst/>
            <a:rect l="l" t="t" r="r" b="b"/>
            <a:pathLst>
              <a:path w="3714750" h="1162050">
                <a:moveTo>
                  <a:pt x="152403" y="0"/>
                </a:moveTo>
                <a:lnTo>
                  <a:pt x="3562347" y="0"/>
                </a:lnTo>
                <a:cubicBezTo>
                  <a:pt x="3646461" y="0"/>
                  <a:pt x="3714750" y="68289"/>
                  <a:pt x="3714750" y="152403"/>
                </a:cubicBezTo>
                <a:lnTo>
                  <a:pt x="3714750" y="1009647"/>
                </a:lnTo>
                <a:cubicBezTo>
                  <a:pt x="3714750" y="1093761"/>
                  <a:pt x="3646461" y="1162050"/>
                  <a:pt x="3562347" y="1162050"/>
                </a:cubicBezTo>
                <a:lnTo>
                  <a:pt x="152403" y="1162050"/>
                </a:lnTo>
                <a:cubicBezTo>
                  <a:pt x="68289" y="1162050"/>
                  <a:pt x="0" y="1093761"/>
                  <a:pt x="0" y="100964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8B4FE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0069" y="3752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37443" y="47625"/>
                </a:moveTo>
                <a:lnTo>
                  <a:pt x="124681" y="29766"/>
                </a:lnTo>
                <a:lnTo>
                  <a:pt x="42044" y="29766"/>
                </a:lnTo>
                <a:lnTo>
                  <a:pt x="29282" y="47625"/>
                </a:lnTo>
                <a:lnTo>
                  <a:pt x="137443" y="47625"/>
                </a:lnTo>
                <a:close/>
                <a:moveTo>
                  <a:pt x="0" y="55252"/>
                </a:moveTo>
                <a:cubicBezTo>
                  <a:pt x="0" y="50304"/>
                  <a:pt x="1563" y="45467"/>
                  <a:pt x="4428" y="41411"/>
                </a:cubicBezTo>
                <a:lnTo>
                  <a:pt x="22659" y="15925"/>
                </a:lnTo>
                <a:cubicBezTo>
                  <a:pt x="27124" y="9674"/>
                  <a:pt x="34342" y="5953"/>
                  <a:pt x="42007" y="5953"/>
                </a:cubicBezTo>
                <a:lnTo>
                  <a:pt x="124644" y="5953"/>
                </a:lnTo>
                <a:cubicBezTo>
                  <a:pt x="132345" y="5953"/>
                  <a:pt x="139564" y="9674"/>
                  <a:pt x="144028" y="15925"/>
                </a:cubicBezTo>
                <a:lnTo>
                  <a:pt x="162223" y="41411"/>
                </a:lnTo>
                <a:cubicBezTo>
                  <a:pt x="165125" y="45467"/>
                  <a:pt x="166650" y="50304"/>
                  <a:pt x="166650" y="55252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5252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828675" y="37147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4350" y="4057650"/>
            <a:ext cx="3533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FK → Vendor, Category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title, slug, price, stock, label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avg_rating, review_count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0525" y="4848225"/>
            <a:ext cx="3714750" cy="971550"/>
          </a:xfrm>
          <a:custGeom>
            <a:avLst/>
            <a:gdLst/>
            <a:ahLst/>
            <a:cxnLst/>
            <a:rect l="l" t="t" r="r" b="b"/>
            <a:pathLst>
              <a:path w="3714750" h="971550">
                <a:moveTo>
                  <a:pt x="152397" y="0"/>
                </a:moveTo>
                <a:lnTo>
                  <a:pt x="3562353" y="0"/>
                </a:lnTo>
                <a:cubicBezTo>
                  <a:pt x="3646519" y="0"/>
                  <a:pt x="3714750" y="68231"/>
                  <a:pt x="3714750" y="152397"/>
                </a:cubicBezTo>
                <a:lnTo>
                  <a:pt x="3714750" y="819153"/>
                </a:lnTo>
                <a:cubicBezTo>
                  <a:pt x="3714750" y="903319"/>
                  <a:pt x="3646519" y="971550"/>
                  <a:pt x="3562353" y="971550"/>
                </a:cubicBezTo>
                <a:lnTo>
                  <a:pt x="152397" y="971550"/>
                </a:lnTo>
                <a:cubicBezTo>
                  <a:pt x="68231" y="971550"/>
                  <a:pt x="0" y="903319"/>
                  <a:pt x="0" y="819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9A8D4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4350" y="50101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8930" y="-5953"/>
                </a:moveTo>
                <a:cubicBezTo>
                  <a:pt x="3981" y="-5953"/>
                  <a:pt x="0" y="-1972"/>
                  <a:pt x="0" y="2977"/>
                </a:cubicBezTo>
                <a:cubicBezTo>
                  <a:pt x="0" y="7925"/>
                  <a:pt x="3981" y="11906"/>
                  <a:pt x="8930" y="11906"/>
                </a:cubicBezTo>
                <a:lnTo>
                  <a:pt x="25784" y="11906"/>
                </a:lnTo>
                <a:cubicBezTo>
                  <a:pt x="27236" y="11906"/>
                  <a:pt x="28463" y="12948"/>
                  <a:pt x="28724" y="14362"/>
                </a:cubicBezTo>
                <a:lnTo>
                  <a:pt x="48109" y="120886"/>
                </a:lnTo>
                <a:cubicBezTo>
                  <a:pt x="50416" y="133610"/>
                  <a:pt x="61503" y="142875"/>
                  <a:pt x="74451" y="142875"/>
                </a:cubicBezTo>
                <a:lnTo>
                  <a:pt x="169664" y="142875"/>
                </a:lnTo>
                <a:cubicBezTo>
                  <a:pt x="174613" y="142875"/>
                  <a:pt x="178594" y="138894"/>
                  <a:pt x="178594" y="133945"/>
                </a:cubicBezTo>
                <a:cubicBezTo>
                  <a:pt x="178594" y="128997"/>
                  <a:pt x="174613" y="125016"/>
                  <a:pt x="169664" y="125016"/>
                </a:cubicBezTo>
                <a:lnTo>
                  <a:pt x="74451" y="125016"/>
                </a:lnTo>
                <a:cubicBezTo>
                  <a:pt x="70135" y="125016"/>
                  <a:pt x="66452" y="121927"/>
                  <a:pt x="65670" y="117686"/>
                </a:cubicBezTo>
                <a:lnTo>
                  <a:pt x="63773" y="107156"/>
                </a:lnTo>
                <a:lnTo>
                  <a:pt x="176733" y="107156"/>
                </a:lnTo>
                <a:cubicBezTo>
                  <a:pt x="188193" y="107156"/>
                  <a:pt x="198016" y="99008"/>
                  <a:pt x="200137" y="87734"/>
                </a:cubicBezTo>
                <a:lnTo>
                  <a:pt x="211671" y="26008"/>
                </a:lnTo>
                <a:cubicBezTo>
                  <a:pt x="213047" y="18678"/>
                  <a:pt x="207429" y="11906"/>
                  <a:pt x="199951" y="11906"/>
                </a:cubicBezTo>
                <a:lnTo>
                  <a:pt x="46397" y="11906"/>
                </a:lnTo>
                <a:lnTo>
                  <a:pt x="46248" y="11162"/>
                </a:lnTo>
                <a:cubicBezTo>
                  <a:pt x="44462" y="1265"/>
                  <a:pt x="35830" y="-5953"/>
                  <a:pt x="25747" y="-5953"/>
                </a:cubicBezTo>
                <a:lnTo>
                  <a:pt x="8930" y="-5953"/>
                </a:lnTo>
                <a:close/>
                <a:moveTo>
                  <a:pt x="77391" y="190500"/>
                </a:moveTo>
                <a:cubicBezTo>
                  <a:pt x="87247" y="190500"/>
                  <a:pt x="95250" y="182497"/>
                  <a:pt x="95250" y="172641"/>
                </a:cubicBezTo>
                <a:cubicBezTo>
                  <a:pt x="95250" y="162784"/>
                  <a:pt x="87247" y="154781"/>
                  <a:pt x="77391" y="154781"/>
                </a:cubicBezTo>
                <a:cubicBezTo>
                  <a:pt x="67534" y="154781"/>
                  <a:pt x="59531" y="162784"/>
                  <a:pt x="59531" y="172641"/>
                </a:cubicBezTo>
                <a:cubicBezTo>
                  <a:pt x="59531" y="182497"/>
                  <a:pt x="67534" y="190500"/>
                  <a:pt x="77391" y="190500"/>
                </a:cubicBezTo>
                <a:close/>
                <a:moveTo>
                  <a:pt x="160734" y="190500"/>
                </a:moveTo>
                <a:cubicBezTo>
                  <a:pt x="170591" y="190500"/>
                  <a:pt x="178594" y="182497"/>
                  <a:pt x="178594" y="172641"/>
                </a:cubicBezTo>
                <a:cubicBezTo>
                  <a:pt x="178594" y="162784"/>
                  <a:pt x="170591" y="154781"/>
                  <a:pt x="160734" y="154781"/>
                </a:cubicBezTo>
                <a:cubicBezTo>
                  <a:pt x="150878" y="154781"/>
                  <a:pt x="142875" y="162784"/>
                  <a:pt x="142875" y="172641"/>
                </a:cubicBezTo>
                <a:cubicBezTo>
                  <a:pt x="142875" y="182497"/>
                  <a:pt x="150878" y="190500"/>
                  <a:pt x="160734" y="19050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19" name="Text 17"/>
          <p:cNvSpPr/>
          <p:nvPr/>
        </p:nvSpPr>
        <p:spPr>
          <a:xfrm>
            <a:off x="828675" y="4972050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4350" y="531495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OneToOneField → User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created_at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38625" y="1457325"/>
            <a:ext cx="3714750" cy="971550"/>
          </a:xfrm>
          <a:custGeom>
            <a:avLst/>
            <a:gdLst/>
            <a:ahLst/>
            <a:cxnLst/>
            <a:rect l="l" t="t" r="r" b="b"/>
            <a:pathLst>
              <a:path w="3714750" h="971550">
                <a:moveTo>
                  <a:pt x="152397" y="0"/>
                </a:moveTo>
                <a:lnTo>
                  <a:pt x="3562353" y="0"/>
                </a:lnTo>
                <a:cubicBezTo>
                  <a:pt x="3646519" y="0"/>
                  <a:pt x="3714750" y="68231"/>
                  <a:pt x="3714750" y="152397"/>
                </a:cubicBezTo>
                <a:lnTo>
                  <a:pt x="3714750" y="819153"/>
                </a:lnTo>
                <a:cubicBezTo>
                  <a:pt x="3714750" y="903319"/>
                  <a:pt x="3646519" y="971550"/>
                  <a:pt x="3562353" y="971550"/>
                </a:cubicBezTo>
                <a:lnTo>
                  <a:pt x="152397" y="971550"/>
                </a:lnTo>
                <a:cubicBezTo>
                  <a:pt x="68231" y="971550"/>
                  <a:pt x="0" y="903319"/>
                  <a:pt x="0" y="819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8B4FE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62450" y="1619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0" y="2977"/>
                </a:moveTo>
                <a:cubicBezTo>
                  <a:pt x="0" y="-1972"/>
                  <a:pt x="3981" y="-5953"/>
                  <a:pt x="8930" y="-5953"/>
                </a:cubicBezTo>
                <a:lnTo>
                  <a:pt x="25784" y="-5953"/>
                </a:lnTo>
                <a:cubicBezTo>
                  <a:pt x="35868" y="-5953"/>
                  <a:pt x="44500" y="1265"/>
                  <a:pt x="46286" y="11162"/>
                </a:cubicBezTo>
                <a:lnTo>
                  <a:pt x="46434" y="11906"/>
                </a:lnTo>
                <a:lnTo>
                  <a:pt x="199988" y="11906"/>
                </a:lnTo>
                <a:cubicBezTo>
                  <a:pt x="207429" y="11906"/>
                  <a:pt x="213047" y="18678"/>
                  <a:pt x="211671" y="26008"/>
                </a:cubicBezTo>
                <a:lnTo>
                  <a:pt x="200099" y="87734"/>
                </a:lnTo>
                <a:cubicBezTo>
                  <a:pt x="197979" y="99008"/>
                  <a:pt x="188156" y="107156"/>
                  <a:pt x="176696" y="107156"/>
                </a:cubicBezTo>
                <a:lnTo>
                  <a:pt x="63736" y="107156"/>
                </a:lnTo>
                <a:lnTo>
                  <a:pt x="65633" y="117686"/>
                </a:lnTo>
                <a:cubicBezTo>
                  <a:pt x="66415" y="121927"/>
                  <a:pt x="70098" y="125016"/>
                  <a:pt x="74414" y="125016"/>
                </a:cubicBezTo>
                <a:lnTo>
                  <a:pt x="169664" y="125016"/>
                </a:lnTo>
                <a:cubicBezTo>
                  <a:pt x="174613" y="125016"/>
                  <a:pt x="178594" y="128997"/>
                  <a:pt x="178594" y="133945"/>
                </a:cubicBezTo>
                <a:cubicBezTo>
                  <a:pt x="178594" y="138894"/>
                  <a:pt x="174613" y="142875"/>
                  <a:pt x="169664" y="142875"/>
                </a:cubicBezTo>
                <a:lnTo>
                  <a:pt x="74451" y="142875"/>
                </a:lnTo>
                <a:cubicBezTo>
                  <a:pt x="61503" y="142875"/>
                  <a:pt x="50416" y="133610"/>
                  <a:pt x="48109" y="120886"/>
                </a:cubicBezTo>
                <a:lnTo>
                  <a:pt x="28724" y="14362"/>
                </a:lnTo>
                <a:cubicBezTo>
                  <a:pt x="28463" y="12948"/>
                  <a:pt x="27236" y="11906"/>
                  <a:pt x="25784" y="11906"/>
                </a:cubicBezTo>
                <a:lnTo>
                  <a:pt x="8930" y="11906"/>
                </a:lnTo>
                <a:cubicBezTo>
                  <a:pt x="3981" y="11906"/>
                  <a:pt x="0" y="7925"/>
                  <a:pt x="0" y="2977"/>
                </a:cubicBezTo>
                <a:close/>
                <a:moveTo>
                  <a:pt x="59531" y="172641"/>
                </a:moveTo>
                <a:cubicBezTo>
                  <a:pt x="59531" y="162784"/>
                  <a:pt x="67534" y="154781"/>
                  <a:pt x="77391" y="154781"/>
                </a:cubicBezTo>
                <a:cubicBezTo>
                  <a:pt x="87247" y="154781"/>
                  <a:pt x="95250" y="162784"/>
                  <a:pt x="95250" y="172641"/>
                </a:cubicBezTo>
                <a:cubicBezTo>
                  <a:pt x="95250" y="182497"/>
                  <a:pt x="87247" y="190500"/>
                  <a:pt x="77391" y="190500"/>
                </a:cubicBezTo>
                <a:cubicBezTo>
                  <a:pt x="67534" y="190500"/>
                  <a:pt x="59531" y="182497"/>
                  <a:pt x="59531" y="172641"/>
                </a:cubicBezTo>
                <a:close/>
                <a:moveTo>
                  <a:pt x="142875" y="172641"/>
                </a:moveTo>
                <a:cubicBezTo>
                  <a:pt x="142875" y="162784"/>
                  <a:pt x="150878" y="154781"/>
                  <a:pt x="160734" y="154781"/>
                </a:cubicBezTo>
                <a:cubicBezTo>
                  <a:pt x="170591" y="154781"/>
                  <a:pt x="178594" y="162784"/>
                  <a:pt x="178594" y="172641"/>
                </a:cubicBezTo>
                <a:cubicBezTo>
                  <a:pt x="178594" y="182497"/>
                  <a:pt x="170591" y="190500"/>
                  <a:pt x="160734" y="190500"/>
                </a:cubicBezTo>
                <a:cubicBezTo>
                  <a:pt x="150878" y="190500"/>
                  <a:pt x="142875" y="182497"/>
                  <a:pt x="142875" y="172641"/>
                </a:cubicBezTo>
                <a:close/>
                <a:moveTo>
                  <a:pt x="125016" y="29170"/>
                </a:moveTo>
                <a:cubicBezTo>
                  <a:pt x="120067" y="29170"/>
                  <a:pt x="116086" y="33151"/>
                  <a:pt x="116086" y="38100"/>
                </a:cubicBezTo>
                <a:lnTo>
                  <a:pt x="116086" y="50602"/>
                </a:lnTo>
                <a:lnTo>
                  <a:pt x="103584" y="50602"/>
                </a:lnTo>
                <a:cubicBezTo>
                  <a:pt x="98636" y="50602"/>
                  <a:pt x="94655" y="54583"/>
                  <a:pt x="94655" y="59531"/>
                </a:cubicBezTo>
                <a:cubicBezTo>
                  <a:pt x="94655" y="64480"/>
                  <a:pt x="98636" y="68461"/>
                  <a:pt x="103584" y="68461"/>
                </a:cubicBezTo>
                <a:lnTo>
                  <a:pt x="116086" y="68461"/>
                </a:lnTo>
                <a:lnTo>
                  <a:pt x="116086" y="80962"/>
                </a:lnTo>
                <a:cubicBezTo>
                  <a:pt x="116086" y="85911"/>
                  <a:pt x="120067" y="89892"/>
                  <a:pt x="125016" y="89892"/>
                </a:cubicBezTo>
                <a:cubicBezTo>
                  <a:pt x="129964" y="89892"/>
                  <a:pt x="133945" y="85911"/>
                  <a:pt x="133945" y="80962"/>
                </a:cubicBezTo>
                <a:lnTo>
                  <a:pt x="133945" y="68461"/>
                </a:lnTo>
                <a:lnTo>
                  <a:pt x="146447" y="68461"/>
                </a:lnTo>
                <a:cubicBezTo>
                  <a:pt x="151395" y="68461"/>
                  <a:pt x="155377" y="64480"/>
                  <a:pt x="155377" y="59531"/>
                </a:cubicBezTo>
                <a:cubicBezTo>
                  <a:pt x="155377" y="54583"/>
                  <a:pt x="151395" y="50602"/>
                  <a:pt x="146447" y="50602"/>
                </a:cubicBezTo>
                <a:lnTo>
                  <a:pt x="133945" y="50602"/>
                </a:lnTo>
                <a:lnTo>
                  <a:pt x="133945" y="38100"/>
                </a:lnTo>
                <a:cubicBezTo>
                  <a:pt x="133945" y="33151"/>
                  <a:pt x="129964" y="29170"/>
                  <a:pt x="125016" y="2917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23" name="Text 21"/>
          <p:cNvSpPr/>
          <p:nvPr/>
        </p:nvSpPr>
        <p:spPr>
          <a:xfrm>
            <a:off x="4676775" y="1581150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CartItem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62450" y="192405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FK → Cart, Product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quantity, get_total()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38625" y="2524125"/>
            <a:ext cx="3714750" cy="971550"/>
          </a:xfrm>
          <a:custGeom>
            <a:avLst/>
            <a:gdLst/>
            <a:ahLst/>
            <a:cxnLst/>
            <a:rect l="l" t="t" r="r" b="b"/>
            <a:pathLst>
              <a:path w="3714750" h="971550">
                <a:moveTo>
                  <a:pt x="152397" y="0"/>
                </a:moveTo>
                <a:lnTo>
                  <a:pt x="3562353" y="0"/>
                </a:lnTo>
                <a:cubicBezTo>
                  <a:pt x="3646519" y="0"/>
                  <a:pt x="3714750" y="68231"/>
                  <a:pt x="3714750" y="152397"/>
                </a:cubicBezTo>
                <a:lnTo>
                  <a:pt x="3714750" y="819153"/>
                </a:lnTo>
                <a:cubicBezTo>
                  <a:pt x="3714750" y="903319"/>
                  <a:pt x="3646519" y="971550"/>
                  <a:pt x="3562353" y="971550"/>
                </a:cubicBezTo>
                <a:lnTo>
                  <a:pt x="152397" y="971550"/>
                </a:lnTo>
                <a:cubicBezTo>
                  <a:pt x="68231" y="971550"/>
                  <a:pt x="0" y="903319"/>
                  <a:pt x="0" y="819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9A8D4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6263" y="2686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4676775" y="26479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Wishlist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62450" y="299085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OneToOneField → User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ManyToManyField → Product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38625" y="3590925"/>
            <a:ext cx="3714750" cy="1162050"/>
          </a:xfrm>
          <a:custGeom>
            <a:avLst/>
            <a:gdLst/>
            <a:ahLst/>
            <a:cxnLst/>
            <a:rect l="l" t="t" r="r" b="b"/>
            <a:pathLst>
              <a:path w="3714750" h="1162050">
                <a:moveTo>
                  <a:pt x="152403" y="0"/>
                </a:moveTo>
                <a:lnTo>
                  <a:pt x="3562347" y="0"/>
                </a:lnTo>
                <a:cubicBezTo>
                  <a:pt x="3646461" y="0"/>
                  <a:pt x="3714750" y="68289"/>
                  <a:pt x="3714750" y="152403"/>
                </a:cubicBezTo>
                <a:lnTo>
                  <a:pt x="3714750" y="1009647"/>
                </a:lnTo>
                <a:cubicBezTo>
                  <a:pt x="3714750" y="1093761"/>
                  <a:pt x="3646461" y="1162050"/>
                  <a:pt x="3562347" y="1162050"/>
                </a:cubicBezTo>
                <a:lnTo>
                  <a:pt x="152403" y="1162050"/>
                </a:lnTo>
                <a:cubicBezTo>
                  <a:pt x="68289" y="1162050"/>
                  <a:pt x="0" y="1093761"/>
                  <a:pt x="0" y="100964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8B4FE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10075" y="37528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63438"/>
                </a:lnTo>
                <a:cubicBezTo>
                  <a:pt x="142875" y="57113"/>
                  <a:pt x="140382" y="51048"/>
                  <a:pt x="135917" y="46583"/>
                </a:cubicBezTo>
                <a:lnTo>
                  <a:pt x="96255" y="6958"/>
                </a:lnTo>
                <a:cubicBezTo>
                  <a:pt x="91790" y="2493"/>
                  <a:pt x="85762" y="0"/>
                  <a:pt x="79437" y="0"/>
                </a:cubicBezTo>
                <a:lnTo>
                  <a:pt x="23812" y="0"/>
                </a:lnTo>
                <a:close/>
                <a:moveTo>
                  <a:pt x="121109" y="65484"/>
                </a:moveTo>
                <a:lnTo>
                  <a:pt x="86320" y="65484"/>
                </a:lnTo>
                <a:cubicBezTo>
                  <a:pt x="81372" y="65484"/>
                  <a:pt x="77391" y="61503"/>
                  <a:pt x="77391" y="56555"/>
                </a:cubicBezTo>
                <a:lnTo>
                  <a:pt x="77391" y="21766"/>
                </a:lnTo>
                <a:lnTo>
                  <a:pt x="121109" y="65484"/>
                </a:lnTo>
                <a:close/>
                <a:moveTo>
                  <a:pt x="23812" y="142875"/>
                </a:moveTo>
                <a:lnTo>
                  <a:pt x="23812" y="119063"/>
                </a:lnTo>
                <a:cubicBezTo>
                  <a:pt x="23812" y="112477"/>
                  <a:pt x="29133" y="107156"/>
                  <a:pt x="35719" y="107156"/>
                </a:cubicBezTo>
                <a:lnTo>
                  <a:pt x="107156" y="107156"/>
                </a:lnTo>
                <a:cubicBezTo>
                  <a:pt x="113742" y="107156"/>
                  <a:pt x="119063" y="112477"/>
                  <a:pt x="119063" y="119063"/>
                </a:cubicBezTo>
                <a:lnTo>
                  <a:pt x="119063" y="142875"/>
                </a:lnTo>
                <a:cubicBezTo>
                  <a:pt x="119063" y="149461"/>
                  <a:pt x="113742" y="154781"/>
                  <a:pt x="107156" y="154781"/>
                </a:cubicBezTo>
                <a:lnTo>
                  <a:pt x="35719" y="154781"/>
                </a:lnTo>
                <a:cubicBezTo>
                  <a:pt x="29133" y="154781"/>
                  <a:pt x="23812" y="149461"/>
                  <a:pt x="23812" y="142875"/>
                </a:cubicBezTo>
                <a:close/>
                <a:moveTo>
                  <a:pt x="32742" y="23812"/>
                </a:moveTo>
                <a:lnTo>
                  <a:pt x="50602" y="23812"/>
                </a:lnTo>
                <a:cubicBezTo>
                  <a:pt x="55550" y="23812"/>
                  <a:pt x="59531" y="27794"/>
                  <a:pt x="59531" y="32742"/>
                </a:cubicBezTo>
                <a:cubicBezTo>
                  <a:pt x="59531" y="37691"/>
                  <a:pt x="55550" y="41672"/>
                  <a:pt x="50602" y="41672"/>
                </a:cubicBezTo>
                <a:lnTo>
                  <a:pt x="32742" y="41672"/>
                </a:lnTo>
                <a:cubicBezTo>
                  <a:pt x="27794" y="41672"/>
                  <a:pt x="23812" y="37691"/>
                  <a:pt x="23812" y="32742"/>
                </a:cubicBezTo>
                <a:cubicBezTo>
                  <a:pt x="23812" y="27794"/>
                  <a:pt x="27794" y="23812"/>
                  <a:pt x="32742" y="23812"/>
                </a:cubicBezTo>
                <a:close/>
                <a:moveTo>
                  <a:pt x="32742" y="59531"/>
                </a:moveTo>
                <a:lnTo>
                  <a:pt x="50602" y="59531"/>
                </a:lnTo>
                <a:cubicBezTo>
                  <a:pt x="55550" y="59531"/>
                  <a:pt x="59531" y="63512"/>
                  <a:pt x="59531" y="68461"/>
                </a:cubicBezTo>
                <a:cubicBezTo>
                  <a:pt x="59531" y="73409"/>
                  <a:pt x="55550" y="77391"/>
                  <a:pt x="50602" y="77391"/>
                </a:cubicBezTo>
                <a:lnTo>
                  <a:pt x="32742" y="77391"/>
                </a:lnTo>
                <a:cubicBezTo>
                  <a:pt x="27794" y="77391"/>
                  <a:pt x="23812" y="73409"/>
                  <a:pt x="23812" y="68461"/>
                </a:cubicBezTo>
                <a:cubicBezTo>
                  <a:pt x="23812" y="63512"/>
                  <a:pt x="27794" y="59531"/>
                  <a:pt x="32742" y="59531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31" name="Text 29"/>
          <p:cNvSpPr/>
          <p:nvPr/>
        </p:nvSpPr>
        <p:spPr>
          <a:xfrm>
            <a:off x="4676775" y="3714750"/>
            <a:ext cx="52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62450" y="4057650"/>
            <a:ext cx="3533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FK → User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total_amount, status (5 choices)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Pending → Processing → Shipped → Completed → Cancelled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38625" y="4848225"/>
            <a:ext cx="3714750" cy="971550"/>
          </a:xfrm>
          <a:custGeom>
            <a:avLst/>
            <a:gdLst/>
            <a:ahLst/>
            <a:cxnLst/>
            <a:rect l="l" t="t" r="r" b="b"/>
            <a:pathLst>
              <a:path w="3714750" h="971550">
                <a:moveTo>
                  <a:pt x="152397" y="0"/>
                </a:moveTo>
                <a:lnTo>
                  <a:pt x="3562353" y="0"/>
                </a:lnTo>
                <a:cubicBezTo>
                  <a:pt x="3646519" y="0"/>
                  <a:pt x="3714750" y="68231"/>
                  <a:pt x="3714750" y="152397"/>
                </a:cubicBezTo>
                <a:lnTo>
                  <a:pt x="3714750" y="819153"/>
                </a:lnTo>
                <a:cubicBezTo>
                  <a:pt x="3714750" y="903319"/>
                  <a:pt x="3646519" y="971550"/>
                  <a:pt x="3562353" y="971550"/>
                </a:cubicBezTo>
                <a:lnTo>
                  <a:pt x="152397" y="971550"/>
                </a:lnTo>
                <a:cubicBezTo>
                  <a:pt x="68231" y="971550"/>
                  <a:pt x="0" y="903319"/>
                  <a:pt x="0" y="819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9A8D4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86263" y="5010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83" y="17859"/>
                </a:moveTo>
                <a:cubicBezTo>
                  <a:pt x="9934" y="17859"/>
                  <a:pt x="5953" y="21841"/>
                  <a:pt x="5953" y="26789"/>
                </a:cubicBezTo>
                <a:lnTo>
                  <a:pt x="5953" y="44648"/>
                </a:lnTo>
                <a:cubicBezTo>
                  <a:pt x="5953" y="49597"/>
                  <a:pt x="9934" y="53578"/>
                  <a:pt x="14883" y="53578"/>
                </a:cubicBezTo>
                <a:lnTo>
                  <a:pt x="32742" y="53578"/>
                </a:lnTo>
                <a:cubicBezTo>
                  <a:pt x="37691" y="53578"/>
                  <a:pt x="41672" y="49597"/>
                  <a:pt x="41672" y="44648"/>
                </a:cubicBezTo>
                <a:lnTo>
                  <a:pt x="41672" y="26789"/>
                </a:lnTo>
                <a:cubicBezTo>
                  <a:pt x="41672" y="21841"/>
                  <a:pt x="37691" y="17859"/>
                  <a:pt x="32742" y="17859"/>
                </a:cubicBezTo>
                <a:lnTo>
                  <a:pt x="14883" y="17859"/>
                </a:ln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5953" y="86320"/>
                </a:moveTo>
                <a:lnTo>
                  <a:pt x="5953" y="104180"/>
                </a:lnTo>
                <a:cubicBezTo>
                  <a:pt x="5953" y="109128"/>
                  <a:pt x="9934" y="113109"/>
                  <a:pt x="14883" y="113109"/>
                </a:cubicBezTo>
                <a:lnTo>
                  <a:pt x="32742" y="113109"/>
                </a:lnTo>
                <a:cubicBezTo>
                  <a:pt x="37691" y="113109"/>
                  <a:pt x="41672" y="109128"/>
                  <a:pt x="41672" y="104180"/>
                </a:cubicBezTo>
                <a:lnTo>
                  <a:pt x="41672" y="86320"/>
                </a:lnTo>
                <a:cubicBezTo>
                  <a:pt x="41672" y="81372"/>
                  <a:pt x="37691" y="77391"/>
                  <a:pt x="32742" y="77391"/>
                </a:cubicBezTo>
                <a:lnTo>
                  <a:pt x="14883" y="77391"/>
                </a:lnTo>
                <a:cubicBezTo>
                  <a:pt x="9934" y="77391"/>
                  <a:pt x="5953" y="81372"/>
                  <a:pt x="5953" y="86320"/>
                </a:cubicBezTo>
                <a:close/>
                <a:moveTo>
                  <a:pt x="14883" y="136922"/>
                </a:moveTo>
                <a:cubicBezTo>
                  <a:pt x="9934" y="136922"/>
                  <a:pt x="5953" y="140903"/>
                  <a:pt x="5953" y="145852"/>
                </a:cubicBezTo>
                <a:lnTo>
                  <a:pt x="5953" y="163711"/>
                </a:lnTo>
                <a:cubicBezTo>
                  <a:pt x="5953" y="168659"/>
                  <a:pt x="9934" y="172641"/>
                  <a:pt x="14883" y="172641"/>
                </a:cubicBezTo>
                <a:lnTo>
                  <a:pt x="32742" y="172641"/>
                </a:lnTo>
                <a:cubicBezTo>
                  <a:pt x="37691" y="172641"/>
                  <a:pt x="41672" y="168659"/>
                  <a:pt x="41672" y="163711"/>
                </a:cubicBezTo>
                <a:lnTo>
                  <a:pt x="41672" y="145852"/>
                </a:lnTo>
                <a:cubicBezTo>
                  <a:pt x="41672" y="140903"/>
                  <a:pt x="37691" y="136922"/>
                  <a:pt x="32742" y="136922"/>
                </a:cubicBezTo>
                <a:lnTo>
                  <a:pt x="14883" y="136922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35" name="Text 33"/>
          <p:cNvSpPr/>
          <p:nvPr/>
        </p:nvSpPr>
        <p:spPr>
          <a:xfrm>
            <a:off x="4676775" y="49720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OrderItem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62450" y="531495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FK → Order, Product (SET_NULL)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quantity, price (snapshot)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86725" y="1457325"/>
            <a:ext cx="3714750" cy="971550"/>
          </a:xfrm>
          <a:custGeom>
            <a:avLst/>
            <a:gdLst/>
            <a:ahLst/>
            <a:cxnLst/>
            <a:rect l="l" t="t" r="r" b="b"/>
            <a:pathLst>
              <a:path w="3714750" h="971550">
                <a:moveTo>
                  <a:pt x="152397" y="0"/>
                </a:moveTo>
                <a:lnTo>
                  <a:pt x="3562353" y="0"/>
                </a:lnTo>
                <a:cubicBezTo>
                  <a:pt x="3646519" y="0"/>
                  <a:pt x="3714750" y="68231"/>
                  <a:pt x="3714750" y="152397"/>
                </a:cubicBezTo>
                <a:lnTo>
                  <a:pt x="3714750" y="819153"/>
                </a:lnTo>
                <a:cubicBezTo>
                  <a:pt x="3714750" y="903319"/>
                  <a:pt x="3646519" y="971550"/>
                  <a:pt x="3562353" y="971550"/>
                </a:cubicBezTo>
                <a:lnTo>
                  <a:pt x="152397" y="971550"/>
                </a:lnTo>
                <a:cubicBezTo>
                  <a:pt x="68231" y="971550"/>
                  <a:pt x="0" y="903319"/>
                  <a:pt x="0" y="819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8B4FE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22456" y="1619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39" name="Text 37"/>
          <p:cNvSpPr/>
          <p:nvPr/>
        </p:nvSpPr>
        <p:spPr>
          <a:xfrm>
            <a:off x="8524875" y="1581150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10550" y="192405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FK → Product, User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rating (1-5), comment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86725" y="2524125"/>
            <a:ext cx="3714750" cy="1162050"/>
          </a:xfrm>
          <a:custGeom>
            <a:avLst/>
            <a:gdLst/>
            <a:ahLst/>
            <a:cxnLst/>
            <a:rect l="l" t="t" r="r" b="b"/>
            <a:pathLst>
              <a:path w="3714750" h="1162050">
                <a:moveTo>
                  <a:pt x="152403" y="0"/>
                </a:moveTo>
                <a:lnTo>
                  <a:pt x="3562347" y="0"/>
                </a:lnTo>
                <a:cubicBezTo>
                  <a:pt x="3646461" y="0"/>
                  <a:pt x="3714750" y="68289"/>
                  <a:pt x="3714750" y="152403"/>
                </a:cubicBezTo>
                <a:lnTo>
                  <a:pt x="3714750" y="1009647"/>
                </a:lnTo>
                <a:cubicBezTo>
                  <a:pt x="3714750" y="1093761"/>
                  <a:pt x="3646461" y="1162050"/>
                  <a:pt x="3562347" y="1162050"/>
                </a:cubicBezTo>
                <a:lnTo>
                  <a:pt x="152403" y="1162050"/>
                </a:lnTo>
                <a:cubicBezTo>
                  <a:pt x="68289" y="1162050"/>
                  <a:pt x="0" y="1093761"/>
                  <a:pt x="0" y="100964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9A8D4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34363" y="2686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43" name="Text 41"/>
          <p:cNvSpPr/>
          <p:nvPr/>
        </p:nvSpPr>
        <p:spPr>
          <a:xfrm>
            <a:off x="8524875" y="264795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PaymentMethod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10550" y="2990850"/>
            <a:ext cx="3533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FK → User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card_number, card_name, expiry_date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masked_number() method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86725" y="3781425"/>
            <a:ext cx="3714750" cy="1162050"/>
          </a:xfrm>
          <a:custGeom>
            <a:avLst/>
            <a:gdLst/>
            <a:ahLst/>
            <a:cxnLst/>
            <a:rect l="l" t="t" r="r" b="b"/>
            <a:pathLst>
              <a:path w="3714750" h="1162050">
                <a:moveTo>
                  <a:pt x="152403" y="0"/>
                </a:moveTo>
                <a:lnTo>
                  <a:pt x="3562347" y="0"/>
                </a:lnTo>
                <a:cubicBezTo>
                  <a:pt x="3646461" y="0"/>
                  <a:pt x="3714750" y="68289"/>
                  <a:pt x="3714750" y="152403"/>
                </a:cubicBezTo>
                <a:lnTo>
                  <a:pt x="3714750" y="1009647"/>
                </a:lnTo>
                <a:cubicBezTo>
                  <a:pt x="3714750" y="1093761"/>
                  <a:pt x="3646461" y="1162050"/>
                  <a:pt x="3562347" y="1162050"/>
                </a:cubicBezTo>
                <a:lnTo>
                  <a:pt x="152403" y="1162050"/>
                </a:lnTo>
                <a:cubicBezTo>
                  <a:pt x="68289" y="1162050"/>
                  <a:pt x="0" y="1093761"/>
                  <a:pt x="0" y="100964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8B4FE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58175" y="3943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47" name="Text 45"/>
          <p:cNvSpPr/>
          <p:nvPr/>
        </p:nvSpPr>
        <p:spPr>
          <a:xfrm>
            <a:off x="8524875" y="3905250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10550" y="4248150"/>
            <a:ext cx="3533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FK → User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title, address_line, city, state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postal_code, country, is_default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86725" y="5038725"/>
            <a:ext cx="3714750" cy="971550"/>
          </a:xfrm>
          <a:custGeom>
            <a:avLst/>
            <a:gdLst/>
            <a:ahLst/>
            <a:cxnLst/>
            <a:rect l="l" t="t" r="r" b="b"/>
            <a:pathLst>
              <a:path w="3714750" h="971550">
                <a:moveTo>
                  <a:pt x="152397" y="0"/>
                </a:moveTo>
                <a:lnTo>
                  <a:pt x="3562353" y="0"/>
                </a:lnTo>
                <a:cubicBezTo>
                  <a:pt x="3646519" y="0"/>
                  <a:pt x="3714750" y="68231"/>
                  <a:pt x="3714750" y="152397"/>
                </a:cubicBezTo>
                <a:lnTo>
                  <a:pt x="3714750" y="819153"/>
                </a:lnTo>
                <a:cubicBezTo>
                  <a:pt x="3714750" y="903319"/>
                  <a:pt x="3646519" y="971550"/>
                  <a:pt x="3562353" y="971550"/>
                </a:cubicBezTo>
                <a:lnTo>
                  <a:pt x="152397" y="971550"/>
                </a:lnTo>
                <a:cubicBezTo>
                  <a:pt x="68231" y="971550"/>
                  <a:pt x="0" y="903319"/>
                  <a:pt x="0" y="819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9A8D4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46269" y="5200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51" name="Text 49"/>
          <p:cNvSpPr/>
          <p:nvPr/>
        </p:nvSpPr>
        <p:spPr>
          <a:xfrm>
            <a:off x="8524875" y="516255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10550" y="550545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email, doctor (5 choices)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created_at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6096000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152398" y="0"/>
                </a:moveTo>
                <a:lnTo>
                  <a:pt x="11277602" y="0"/>
                </a:lnTo>
                <a:cubicBezTo>
                  <a:pt x="11361769" y="0"/>
                  <a:pt x="11430000" y="68231"/>
                  <a:pt x="11430000" y="152398"/>
                </a:cubicBezTo>
                <a:lnTo>
                  <a:pt x="11430000" y="304802"/>
                </a:lnTo>
                <a:cubicBezTo>
                  <a:pt x="11430000" y="388969"/>
                  <a:pt x="11361769" y="457200"/>
                  <a:pt x="11277602" y="457200"/>
                </a:cubicBezTo>
                <a:lnTo>
                  <a:pt x="152398" y="457200"/>
                </a:lnTo>
                <a:cubicBezTo>
                  <a:pt x="68287" y="457200"/>
                  <a:pt x="0" y="388913"/>
                  <a:pt x="0" y="304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D8B4FE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825453" y="6248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55" name="Text 53"/>
          <p:cNvSpPr/>
          <p:nvPr/>
        </p:nvSpPr>
        <p:spPr>
          <a:xfrm>
            <a:off x="1387450" y="6210300"/>
            <a:ext cx="1034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Relationship Types:</a:t>
            </a:r>
            <a:r>
              <a:rPr lang="en-US" sz="120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OneToOneField (3) • ForeignKey (6) • ManyToManyField (1) • SET_NULL (2)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131671" y="6477000"/>
            <a:ext cx="8753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81C87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B54355-D45D-916E-F823-921D276B0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4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424C28-4606-F537-31FC-1D1CDA690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98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311803-39A9-E37A-1CBA-182F18E0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6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C28C3-DB42-A79D-C7D0-CFD937A66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3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263DD8-911B-290B-1D0D-5055245F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83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086244-F459-5743-4C22-DDE6BA93A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15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A743D2-BA3E-83A7-D133-A7ACF3AC4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6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0D2DF-9A61-51FC-E530-593B9F10D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39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87448A-00FF-29C6-B816-5163EADAF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35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65E1B-CFA3-0F5D-F616-E275F862A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57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9198F-1CCF-E96A-6B99-2B513DFFB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21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6BF65-3B8E-D958-16F9-0AD08DC40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79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Dashboard Configuration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38100" y="0"/>
                </a:moveTo>
                <a:lnTo>
                  <a:pt x="1485900" y="0"/>
                </a:lnTo>
                <a:cubicBezTo>
                  <a:pt x="1506928" y="0"/>
                  <a:pt x="1524000" y="17072"/>
                  <a:pt x="1524000" y="38100"/>
                </a:cubicBezTo>
                <a:lnTo>
                  <a:pt x="1524000" y="38100"/>
                </a:lnTo>
                <a:cubicBezTo>
                  <a:pt x="1524000" y="59128"/>
                  <a:pt x="1506928" y="76200"/>
                  <a:pt x="1485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4" name="Shape 2"/>
          <p:cNvSpPr/>
          <p:nvPr/>
        </p:nvSpPr>
        <p:spPr>
          <a:xfrm>
            <a:off x="419100" y="1181100"/>
            <a:ext cx="3695700" cy="1104900"/>
          </a:xfrm>
          <a:custGeom>
            <a:avLst/>
            <a:gdLst/>
            <a:ahLst/>
            <a:cxnLst/>
            <a:rect l="l" t="t" r="r" b="b"/>
            <a:pathLst>
              <a:path w="3695700" h="1104900">
                <a:moveTo>
                  <a:pt x="76200" y="0"/>
                </a:moveTo>
                <a:lnTo>
                  <a:pt x="3543301" y="0"/>
                </a:lnTo>
                <a:cubicBezTo>
                  <a:pt x="3627469" y="0"/>
                  <a:pt x="3695700" y="68231"/>
                  <a:pt x="3695700" y="152399"/>
                </a:cubicBezTo>
                <a:lnTo>
                  <a:pt x="3695700" y="952501"/>
                </a:lnTo>
                <a:cubicBezTo>
                  <a:pt x="3695700" y="1036669"/>
                  <a:pt x="3627469" y="1104900"/>
                  <a:pt x="3543301" y="1104900"/>
                </a:cubicBezTo>
                <a:lnTo>
                  <a:pt x="76200" y="1104900"/>
                </a:lnTo>
                <a:cubicBezTo>
                  <a:pt x="34144" y="1104900"/>
                  <a:pt x="0" y="1070756"/>
                  <a:pt x="0" y="10287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9100" y="1181100"/>
            <a:ext cx="76200" cy="1104900"/>
          </a:xfrm>
          <a:custGeom>
            <a:avLst/>
            <a:gdLst/>
            <a:ahLst/>
            <a:cxnLst/>
            <a:rect l="l" t="t" r="r" b="b"/>
            <a:pathLst>
              <a:path w="76200" h="1104900">
                <a:moveTo>
                  <a:pt x="76200" y="0"/>
                </a:moveTo>
                <a:lnTo>
                  <a:pt x="76200" y="0"/>
                </a:lnTo>
                <a:lnTo>
                  <a:pt x="76200" y="1104900"/>
                </a:lnTo>
                <a:lnTo>
                  <a:pt x="76200" y="1104900"/>
                </a:lnTo>
                <a:cubicBezTo>
                  <a:pt x="34144" y="1104900"/>
                  <a:pt x="0" y="1070756"/>
                  <a:pt x="0" y="10287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B4FE"/>
          </a:solidFill>
          <a:ln/>
        </p:spPr>
      </p:sp>
      <p:sp>
        <p:nvSpPr>
          <p:cNvPr id="6" name="Shape 4"/>
          <p:cNvSpPr/>
          <p:nvPr/>
        </p:nvSpPr>
        <p:spPr>
          <a:xfrm>
            <a:off x="633413" y="1381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280" y="24211"/>
                </a:moveTo>
                <a:cubicBezTo>
                  <a:pt x="12591" y="16207"/>
                  <a:pt x="19924" y="10716"/>
                  <a:pt x="28262" y="10716"/>
                </a:cubicBezTo>
                <a:lnTo>
                  <a:pt x="143455" y="10716"/>
                </a:lnTo>
                <a:cubicBezTo>
                  <a:pt x="151794" y="10716"/>
                  <a:pt x="159127" y="16207"/>
                  <a:pt x="161471" y="24211"/>
                </a:cubicBezTo>
                <a:lnTo>
                  <a:pt x="169307" y="51067"/>
                </a:lnTo>
                <a:cubicBezTo>
                  <a:pt x="173593" y="65700"/>
                  <a:pt x="162576" y="80367"/>
                  <a:pt x="147340" y="80367"/>
                </a:cubicBezTo>
                <a:cubicBezTo>
                  <a:pt x="138533" y="80367"/>
                  <a:pt x="130798" y="75378"/>
                  <a:pt x="126980" y="67944"/>
                </a:cubicBezTo>
                <a:cubicBezTo>
                  <a:pt x="123096" y="75277"/>
                  <a:pt x="115394" y="80367"/>
                  <a:pt x="106420" y="80367"/>
                </a:cubicBezTo>
                <a:cubicBezTo>
                  <a:pt x="97512" y="80367"/>
                  <a:pt x="89777" y="75344"/>
                  <a:pt x="85892" y="67977"/>
                </a:cubicBezTo>
                <a:cubicBezTo>
                  <a:pt x="82008" y="75344"/>
                  <a:pt x="74273" y="80367"/>
                  <a:pt x="65365" y="80367"/>
                </a:cubicBezTo>
                <a:cubicBezTo>
                  <a:pt x="56391" y="80367"/>
                  <a:pt x="48689" y="75311"/>
                  <a:pt x="44805" y="67944"/>
                </a:cubicBezTo>
                <a:cubicBezTo>
                  <a:pt x="40987" y="75344"/>
                  <a:pt x="33252" y="80367"/>
                  <a:pt x="24445" y="80367"/>
                </a:cubicBezTo>
                <a:cubicBezTo>
                  <a:pt x="9175" y="80367"/>
                  <a:pt x="-1808" y="65734"/>
                  <a:pt x="2478" y="51067"/>
                </a:cubicBezTo>
                <a:lnTo>
                  <a:pt x="10280" y="24211"/>
                </a:lnTo>
                <a:close/>
                <a:moveTo>
                  <a:pt x="32281" y="117872"/>
                </a:moveTo>
                <a:lnTo>
                  <a:pt x="139437" y="117872"/>
                </a:lnTo>
                <a:lnTo>
                  <a:pt x="139437" y="95637"/>
                </a:lnTo>
                <a:cubicBezTo>
                  <a:pt x="141982" y="96173"/>
                  <a:pt x="144627" y="96441"/>
                  <a:pt x="147306" y="96441"/>
                </a:cubicBezTo>
                <a:cubicBezTo>
                  <a:pt x="152095" y="96441"/>
                  <a:pt x="156683" y="95570"/>
                  <a:pt x="160868" y="94030"/>
                </a:cubicBezTo>
                <a:lnTo>
                  <a:pt x="160868" y="144661"/>
                </a:lnTo>
                <a:cubicBezTo>
                  <a:pt x="160868" y="153535"/>
                  <a:pt x="153669" y="160734"/>
                  <a:pt x="144795" y="160734"/>
                </a:cubicBezTo>
                <a:lnTo>
                  <a:pt x="26923" y="160734"/>
                </a:lnTo>
                <a:cubicBezTo>
                  <a:pt x="18049" y="160734"/>
                  <a:pt x="10850" y="153535"/>
                  <a:pt x="10850" y="144661"/>
                </a:cubicBezTo>
                <a:lnTo>
                  <a:pt x="10850" y="94030"/>
                </a:lnTo>
                <a:cubicBezTo>
                  <a:pt x="15035" y="95570"/>
                  <a:pt x="19590" y="96441"/>
                  <a:pt x="24412" y="96441"/>
                </a:cubicBezTo>
                <a:cubicBezTo>
                  <a:pt x="27124" y="96441"/>
                  <a:pt x="29736" y="96173"/>
                  <a:pt x="32281" y="95637"/>
                </a:cubicBezTo>
                <a:lnTo>
                  <a:pt x="32281" y="117872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828675" y="13335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VendorAdmin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7145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name, email, phone, created_at, image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9431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search_fields: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name, email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9100" y="2400300"/>
            <a:ext cx="3695700" cy="1333500"/>
          </a:xfrm>
          <a:custGeom>
            <a:avLst/>
            <a:gdLst/>
            <a:ahLst/>
            <a:cxnLst/>
            <a:rect l="l" t="t" r="r" b="b"/>
            <a:pathLst>
              <a:path w="3695700" h="1333500">
                <a:moveTo>
                  <a:pt x="76200" y="0"/>
                </a:moveTo>
                <a:lnTo>
                  <a:pt x="3543294" y="0"/>
                </a:lnTo>
                <a:cubicBezTo>
                  <a:pt x="3627409" y="0"/>
                  <a:pt x="3695700" y="68291"/>
                  <a:pt x="3695700" y="152406"/>
                </a:cubicBezTo>
                <a:lnTo>
                  <a:pt x="3695700" y="1181094"/>
                </a:lnTo>
                <a:cubicBezTo>
                  <a:pt x="3695700" y="1265209"/>
                  <a:pt x="3627409" y="1333500"/>
                  <a:pt x="3543294" y="1333500"/>
                </a:cubicBezTo>
                <a:lnTo>
                  <a:pt x="76200" y="1333500"/>
                </a:lnTo>
                <a:cubicBezTo>
                  <a:pt x="34144" y="1333500"/>
                  <a:pt x="0" y="1299356"/>
                  <a:pt x="0" y="1257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9100" y="2400300"/>
            <a:ext cx="76200" cy="1333500"/>
          </a:xfrm>
          <a:custGeom>
            <a:avLst/>
            <a:gdLst/>
            <a:ahLst/>
            <a:cxnLst/>
            <a:rect l="l" t="t" r="r" b="b"/>
            <a:pathLst>
              <a:path w="76200" h="1333500">
                <a:moveTo>
                  <a:pt x="76200" y="0"/>
                </a:moveTo>
                <a:lnTo>
                  <a:pt x="76200" y="0"/>
                </a:lnTo>
                <a:lnTo>
                  <a:pt x="76200" y="1333500"/>
                </a:lnTo>
                <a:lnTo>
                  <a:pt x="76200" y="1333500"/>
                </a:lnTo>
                <a:cubicBezTo>
                  <a:pt x="34144" y="1333500"/>
                  <a:pt x="0" y="1299356"/>
                  <a:pt x="0" y="1257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A8D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697" y="26003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34347" y="13093"/>
                </a:moveTo>
                <a:lnTo>
                  <a:pt x="183974" y="63423"/>
                </a:lnTo>
                <a:cubicBezTo>
                  <a:pt x="193250" y="72833"/>
                  <a:pt x="193250" y="87902"/>
                  <a:pt x="183974" y="97311"/>
                </a:cubicBezTo>
                <a:lnTo>
                  <a:pt x="131601" y="150320"/>
                </a:lnTo>
                <a:cubicBezTo>
                  <a:pt x="128487" y="153468"/>
                  <a:pt x="123397" y="153501"/>
                  <a:pt x="120249" y="150387"/>
                </a:cubicBezTo>
                <a:cubicBezTo>
                  <a:pt x="117102" y="147273"/>
                  <a:pt x="117068" y="142183"/>
                  <a:pt x="120182" y="139035"/>
                </a:cubicBezTo>
                <a:lnTo>
                  <a:pt x="172555" y="85993"/>
                </a:lnTo>
                <a:cubicBezTo>
                  <a:pt x="175636" y="82879"/>
                  <a:pt x="175636" y="77822"/>
                  <a:pt x="172555" y="74708"/>
                </a:cubicBezTo>
                <a:lnTo>
                  <a:pt x="122895" y="24412"/>
                </a:lnTo>
                <a:cubicBezTo>
                  <a:pt x="119781" y="21264"/>
                  <a:pt x="119814" y="16174"/>
                  <a:pt x="122962" y="13060"/>
                </a:cubicBezTo>
                <a:cubicBezTo>
                  <a:pt x="126110" y="9945"/>
                  <a:pt x="131199" y="9979"/>
                  <a:pt x="134314" y="13127"/>
                </a:cubicBezTo>
                <a:close/>
                <a:moveTo>
                  <a:pt x="10749" y="76851"/>
                </a:moveTo>
                <a:lnTo>
                  <a:pt x="10749" y="32147"/>
                </a:lnTo>
                <a:cubicBezTo>
                  <a:pt x="10749" y="20326"/>
                  <a:pt x="20360" y="10716"/>
                  <a:pt x="32180" y="10716"/>
                </a:cubicBezTo>
                <a:lnTo>
                  <a:pt x="76885" y="10716"/>
                </a:lnTo>
                <a:cubicBezTo>
                  <a:pt x="82577" y="10716"/>
                  <a:pt x="88036" y="12959"/>
                  <a:pt x="92054" y="16978"/>
                </a:cubicBezTo>
                <a:lnTo>
                  <a:pt x="140274" y="65198"/>
                </a:lnTo>
                <a:cubicBezTo>
                  <a:pt x="148646" y="73569"/>
                  <a:pt x="148646" y="87131"/>
                  <a:pt x="140274" y="95503"/>
                </a:cubicBezTo>
                <a:lnTo>
                  <a:pt x="95570" y="140207"/>
                </a:lnTo>
                <a:cubicBezTo>
                  <a:pt x="87198" y="148579"/>
                  <a:pt x="73636" y="148579"/>
                  <a:pt x="65265" y="140207"/>
                </a:cubicBezTo>
                <a:lnTo>
                  <a:pt x="17045" y="91987"/>
                </a:lnTo>
                <a:cubicBezTo>
                  <a:pt x="13026" y="87969"/>
                  <a:pt x="10783" y="82510"/>
                  <a:pt x="10783" y="76818"/>
                </a:cubicBezTo>
                <a:close/>
                <a:moveTo>
                  <a:pt x="58969" y="48220"/>
                </a:moveTo>
                <a:cubicBezTo>
                  <a:pt x="58969" y="42306"/>
                  <a:pt x="54168" y="37505"/>
                  <a:pt x="48254" y="37505"/>
                </a:cubicBezTo>
                <a:cubicBezTo>
                  <a:pt x="42340" y="37505"/>
                  <a:pt x="37538" y="42306"/>
                  <a:pt x="37538" y="48220"/>
                </a:cubicBezTo>
                <a:cubicBezTo>
                  <a:pt x="37538" y="54134"/>
                  <a:pt x="42340" y="58936"/>
                  <a:pt x="48254" y="58936"/>
                </a:cubicBezTo>
                <a:cubicBezTo>
                  <a:pt x="54168" y="58936"/>
                  <a:pt x="58969" y="54134"/>
                  <a:pt x="58969" y="4822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13" name="Text 11"/>
          <p:cNvSpPr/>
          <p:nvPr/>
        </p:nvSpPr>
        <p:spPr>
          <a:xfrm>
            <a:off x="828675" y="25527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CategoryAdmin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29337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title, slug, image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1623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search_fields: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title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3909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prepopulated_fields: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slug → title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9100" y="3848100"/>
            <a:ext cx="3695700" cy="1333500"/>
          </a:xfrm>
          <a:custGeom>
            <a:avLst/>
            <a:gdLst/>
            <a:ahLst/>
            <a:cxnLst/>
            <a:rect l="l" t="t" r="r" b="b"/>
            <a:pathLst>
              <a:path w="3695700" h="1333500">
                <a:moveTo>
                  <a:pt x="76200" y="0"/>
                </a:moveTo>
                <a:lnTo>
                  <a:pt x="3543294" y="0"/>
                </a:lnTo>
                <a:cubicBezTo>
                  <a:pt x="3627409" y="0"/>
                  <a:pt x="3695700" y="68291"/>
                  <a:pt x="3695700" y="152406"/>
                </a:cubicBezTo>
                <a:lnTo>
                  <a:pt x="3695700" y="1181094"/>
                </a:lnTo>
                <a:cubicBezTo>
                  <a:pt x="3695700" y="1265209"/>
                  <a:pt x="3627409" y="1333500"/>
                  <a:pt x="3543294" y="1333500"/>
                </a:cubicBezTo>
                <a:lnTo>
                  <a:pt x="76200" y="1333500"/>
                </a:lnTo>
                <a:cubicBezTo>
                  <a:pt x="34144" y="1333500"/>
                  <a:pt x="0" y="1299356"/>
                  <a:pt x="0" y="1257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9100" y="3848100"/>
            <a:ext cx="76200" cy="1333500"/>
          </a:xfrm>
          <a:custGeom>
            <a:avLst/>
            <a:gdLst/>
            <a:ahLst/>
            <a:cxnLst/>
            <a:rect l="l" t="t" r="r" b="b"/>
            <a:pathLst>
              <a:path w="76200" h="1333500">
                <a:moveTo>
                  <a:pt x="76200" y="0"/>
                </a:moveTo>
                <a:lnTo>
                  <a:pt x="76200" y="0"/>
                </a:lnTo>
                <a:lnTo>
                  <a:pt x="76200" y="1333500"/>
                </a:lnTo>
                <a:lnTo>
                  <a:pt x="76200" y="1333500"/>
                </a:lnTo>
                <a:cubicBezTo>
                  <a:pt x="34144" y="1333500"/>
                  <a:pt x="0" y="1299356"/>
                  <a:pt x="0" y="1257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B4F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128" y="40481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3698" y="42863"/>
                </a:moveTo>
                <a:lnTo>
                  <a:pt x="112213" y="26789"/>
                </a:lnTo>
                <a:lnTo>
                  <a:pt x="37840" y="26789"/>
                </a:lnTo>
                <a:lnTo>
                  <a:pt x="26354" y="42863"/>
                </a:lnTo>
                <a:lnTo>
                  <a:pt x="123698" y="42863"/>
                </a:lnTo>
                <a:close/>
                <a:moveTo>
                  <a:pt x="0" y="49727"/>
                </a:moveTo>
                <a:cubicBezTo>
                  <a:pt x="0" y="45274"/>
                  <a:pt x="1406" y="40920"/>
                  <a:pt x="3985" y="37270"/>
                </a:cubicBezTo>
                <a:lnTo>
                  <a:pt x="20393" y="14332"/>
                </a:lnTo>
                <a:cubicBezTo>
                  <a:pt x="24412" y="8706"/>
                  <a:pt x="30908" y="5358"/>
                  <a:pt x="37806" y="5358"/>
                </a:cubicBezTo>
                <a:lnTo>
                  <a:pt x="112179" y="5358"/>
                </a:lnTo>
                <a:cubicBezTo>
                  <a:pt x="119111" y="5358"/>
                  <a:pt x="125607" y="8706"/>
                  <a:pt x="129626" y="14332"/>
                </a:cubicBezTo>
                <a:lnTo>
                  <a:pt x="146000" y="37270"/>
                </a:lnTo>
                <a:cubicBezTo>
                  <a:pt x="148612" y="40920"/>
                  <a:pt x="149985" y="45274"/>
                  <a:pt x="149985" y="4972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9727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828675" y="40005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ProductAdmin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3815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title, vendor, category, price, stock, label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46101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list_filter: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category, vendor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48387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prepopulated_fields: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slug → title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9100" y="5295900"/>
            <a:ext cx="3695700" cy="876300"/>
          </a:xfrm>
          <a:custGeom>
            <a:avLst/>
            <a:gdLst/>
            <a:ahLst/>
            <a:cxnLst/>
            <a:rect l="l" t="t" r="r" b="b"/>
            <a:pathLst>
              <a:path w="3695700" h="876300">
                <a:moveTo>
                  <a:pt x="76200" y="0"/>
                </a:moveTo>
                <a:lnTo>
                  <a:pt x="3543303" y="0"/>
                </a:lnTo>
                <a:cubicBezTo>
                  <a:pt x="3627469" y="0"/>
                  <a:pt x="3695700" y="68231"/>
                  <a:pt x="3695700" y="152397"/>
                </a:cubicBezTo>
                <a:lnTo>
                  <a:pt x="3695700" y="723903"/>
                </a:lnTo>
                <a:cubicBezTo>
                  <a:pt x="3695700" y="808069"/>
                  <a:pt x="3627469" y="876300"/>
                  <a:pt x="3543303" y="876300"/>
                </a:cubicBez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9100" y="5295900"/>
            <a:ext cx="76200" cy="876300"/>
          </a:xfrm>
          <a:custGeom>
            <a:avLst/>
            <a:gdLst/>
            <a:ahLst/>
            <a:cxnLst/>
            <a:rect l="l" t="t" r="r" b="b"/>
            <a:pathLst>
              <a:path w="76200" h="876300">
                <a:moveTo>
                  <a:pt x="76200" y="0"/>
                </a:moveTo>
                <a:lnTo>
                  <a:pt x="76200" y="0"/>
                </a:lnTo>
                <a:lnTo>
                  <a:pt x="76200" y="876300"/>
                </a:ln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A8D4"/>
          </a:solidFill>
          <a:ln/>
        </p:spPr>
      </p:sp>
      <p:sp>
        <p:nvSpPr>
          <p:cNvPr id="26" name="Shape 24"/>
          <p:cNvSpPr/>
          <p:nvPr/>
        </p:nvSpPr>
        <p:spPr>
          <a:xfrm>
            <a:off x="611981" y="54959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8037" y="-5358"/>
                </a:moveTo>
                <a:cubicBezTo>
                  <a:pt x="3583" y="-5358"/>
                  <a:pt x="0" y="-1775"/>
                  <a:pt x="0" y="2679"/>
                </a:cubicBezTo>
                <a:cubicBezTo>
                  <a:pt x="0" y="7133"/>
                  <a:pt x="3583" y="10716"/>
                  <a:pt x="8037" y="10716"/>
                </a:cubicBezTo>
                <a:lnTo>
                  <a:pt x="23206" y="10716"/>
                </a:lnTo>
                <a:cubicBezTo>
                  <a:pt x="24512" y="10716"/>
                  <a:pt x="25617" y="11653"/>
                  <a:pt x="25851" y="12926"/>
                </a:cubicBezTo>
                <a:lnTo>
                  <a:pt x="43298" y="108797"/>
                </a:lnTo>
                <a:cubicBezTo>
                  <a:pt x="45374" y="120249"/>
                  <a:pt x="55353" y="128588"/>
                  <a:pt x="67006" y="128588"/>
                </a:cubicBezTo>
                <a:lnTo>
                  <a:pt x="152698" y="128588"/>
                </a:lnTo>
                <a:cubicBezTo>
                  <a:pt x="157151" y="128588"/>
                  <a:pt x="160734" y="125004"/>
                  <a:pt x="160734" y="120551"/>
                </a:cubicBezTo>
                <a:cubicBezTo>
                  <a:pt x="160734" y="116097"/>
                  <a:pt x="157151" y="112514"/>
                  <a:pt x="152698" y="112514"/>
                </a:cubicBezTo>
                <a:lnTo>
                  <a:pt x="67006" y="112514"/>
                </a:lnTo>
                <a:cubicBezTo>
                  <a:pt x="63122" y="112514"/>
                  <a:pt x="59807" y="109735"/>
                  <a:pt x="59103" y="105917"/>
                </a:cubicBezTo>
                <a:lnTo>
                  <a:pt x="57396" y="96441"/>
                </a:lnTo>
                <a:lnTo>
                  <a:pt x="159060" y="96441"/>
                </a:lnTo>
                <a:cubicBezTo>
                  <a:pt x="169374" y="96441"/>
                  <a:pt x="178214" y="89107"/>
                  <a:pt x="180123" y="78961"/>
                </a:cubicBezTo>
                <a:lnTo>
                  <a:pt x="190504" y="23407"/>
                </a:lnTo>
                <a:cubicBezTo>
                  <a:pt x="191743" y="16810"/>
                  <a:pt x="186686" y="10716"/>
                  <a:pt x="179956" y="10716"/>
                </a:cubicBezTo>
                <a:lnTo>
                  <a:pt x="41757" y="10716"/>
                </a:lnTo>
                <a:lnTo>
                  <a:pt x="41624" y="10046"/>
                </a:lnTo>
                <a:cubicBezTo>
                  <a:pt x="40016" y="1139"/>
                  <a:pt x="32247" y="-5358"/>
                  <a:pt x="23173" y="-5358"/>
                </a:cubicBezTo>
                <a:lnTo>
                  <a:pt x="8037" y="-5358"/>
                </a:lnTo>
                <a:close/>
                <a:moveTo>
                  <a:pt x="69652" y="171450"/>
                </a:moveTo>
                <a:cubicBezTo>
                  <a:pt x="78523" y="171450"/>
                  <a:pt x="85725" y="164248"/>
                  <a:pt x="85725" y="155377"/>
                </a:cubicBezTo>
                <a:cubicBezTo>
                  <a:pt x="85725" y="146505"/>
                  <a:pt x="78523" y="139303"/>
                  <a:pt x="69652" y="139303"/>
                </a:cubicBezTo>
                <a:cubicBezTo>
                  <a:pt x="60780" y="139303"/>
                  <a:pt x="53578" y="146505"/>
                  <a:pt x="53578" y="155377"/>
                </a:cubicBezTo>
                <a:cubicBezTo>
                  <a:pt x="53578" y="164248"/>
                  <a:pt x="60780" y="171450"/>
                  <a:pt x="69652" y="171450"/>
                </a:cubicBezTo>
                <a:close/>
                <a:moveTo>
                  <a:pt x="144661" y="171450"/>
                </a:moveTo>
                <a:cubicBezTo>
                  <a:pt x="153532" y="171450"/>
                  <a:pt x="160734" y="164248"/>
                  <a:pt x="160734" y="155377"/>
                </a:cubicBezTo>
                <a:cubicBezTo>
                  <a:pt x="160734" y="146505"/>
                  <a:pt x="153532" y="139303"/>
                  <a:pt x="144661" y="139303"/>
                </a:cubicBezTo>
                <a:cubicBezTo>
                  <a:pt x="135790" y="139303"/>
                  <a:pt x="128588" y="146505"/>
                  <a:pt x="128588" y="155377"/>
                </a:cubicBezTo>
                <a:cubicBezTo>
                  <a:pt x="128588" y="164248"/>
                  <a:pt x="135790" y="171450"/>
                  <a:pt x="144661" y="17145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828675" y="54483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CartAdmin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9600" y="58293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user, created_at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67200" y="1181100"/>
            <a:ext cx="3695700" cy="876300"/>
          </a:xfrm>
          <a:custGeom>
            <a:avLst/>
            <a:gdLst/>
            <a:ahLst/>
            <a:cxnLst/>
            <a:rect l="l" t="t" r="r" b="b"/>
            <a:pathLst>
              <a:path w="3695700" h="876300">
                <a:moveTo>
                  <a:pt x="76200" y="0"/>
                </a:moveTo>
                <a:lnTo>
                  <a:pt x="3543303" y="0"/>
                </a:lnTo>
                <a:cubicBezTo>
                  <a:pt x="3627469" y="0"/>
                  <a:pt x="3695700" y="68231"/>
                  <a:pt x="3695700" y="152397"/>
                </a:cubicBezTo>
                <a:lnTo>
                  <a:pt x="3695700" y="723903"/>
                </a:lnTo>
                <a:cubicBezTo>
                  <a:pt x="3695700" y="808069"/>
                  <a:pt x="3627469" y="876300"/>
                  <a:pt x="3543303" y="876300"/>
                </a:cubicBez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67200" y="1181100"/>
            <a:ext cx="76200" cy="876300"/>
          </a:xfrm>
          <a:custGeom>
            <a:avLst/>
            <a:gdLst/>
            <a:ahLst/>
            <a:cxnLst/>
            <a:rect l="l" t="t" r="r" b="b"/>
            <a:pathLst>
              <a:path w="76200" h="876300">
                <a:moveTo>
                  <a:pt x="76200" y="0"/>
                </a:moveTo>
                <a:lnTo>
                  <a:pt x="76200" y="0"/>
                </a:lnTo>
                <a:lnTo>
                  <a:pt x="76200" y="876300"/>
                </a:ln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B4FE"/>
          </a:solidFill>
          <a:ln/>
        </p:spPr>
      </p:sp>
      <p:sp>
        <p:nvSpPr>
          <p:cNvPr id="31" name="Shape 29"/>
          <p:cNvSpPr/>
          <p:nvPr/>
        </p:nvSpPr>
        <p:spPr>
          <a:xfrm>
            <a:off x="4460081" y="13811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0" y="2679"/>
                </a:moveTo>
                <a:cubicBezTo>
                  <a:pt x="0" y="-1775"/>
                  <a:pt x="3583" y="-5358"/>
                  <a:pt x="8037" y="-5358"/>
                </a:cubicBezTo>
                <a:lnTo>
                  <a:pt x="23206" y="-5358"/>
                </a:lnTo>
                <a:cubicBezTo>
                  <a:pt x="32281" y="-5358"/>
                  <a:pt x="40050" y="1139"/>
                  <a:pt x="41657" y="10046"/>
                </a:cubicBezTo>
                <a:lnTo>
                  <a:pt x="41791" y="10716"/>
                </a:lnTo>
                <a:lnTo>
                  <a:pt x="179989" y="10716"/>
                </a:lnTo>
                <a:cubicBezTo>
                  <a:pt x="186686" y="10716"/>
                  <a:pt x="191743" y="16810"/>
                  <a:pt x="190504" y="23407"/>
                </a:cubicBezTo>
                <a:lnTo>
                  <a:pt x="180089" y="78961"/>
                </a:lnTo>
                <a:cubicBezTo>
                  <a:pt x="178181" y="89107"/>
                  <a:pt x="169340" y="96441"/>
                  <a:pt x="159027" y="96441"/>
                </a:cubicBezTo>
                <a:lnTo>
                  <a:pt x="57362" y="96441"/>
                </a:lnTo>
                <a:lnTo>
                  <a:pt x="59070" y="105917"/>
                </a:lnTo>
                <a:cubicBezTo>
                  <a:pt x="59773" y="109735"/>
                  <a:pt x="63088" y="112514"/>
                  <a:pt x="66973" y="112514"/>
                </a:cubicBezTo>
                <a:lnTo>
                  <a:pt x="152698" y="112514"/>
                </a:lnTo>
                <a:cubicBezTo>
                  <a:pt x="157151" y="112514"/>
                  <a:pt x="160734" y="116097"/>
                  <a:pt x="160734" y="120551"/>
                </a:cubicBezTo>
                <a:cubicBezTo>
                  <a:pt x="160734" y="125004"/>
                  <a:pt x="157151" y="128588"/>
                  <a:pt x="152698" y="128588"/>
                </a:cubicBezTo>
                <a:lnTo>
                  <a:pt x="67006" y="128588"/>
                </a:lnTo>
                <a:cubicBezTo>
                  <a:pt x="55353" y="128588"/>
                  <a:pt x="45374" y="120249"/>
                  <a:pt x="43298" y="108797"/>
                </a:cubicBezTo>
                <a:lnTo>
                  <a:pt x="25851" y="12926"/>
                </a:lnTo>
                <a:cubicBezTo>
                  <a:pt x="25617" y="11653"/>
                  <a:pt x="24512" y="10716"/>
                  <a:pt x="23206" y="10716"/>
                </a:cubicBezTo>
                <a:lnTo>
                  <a:pt x="8037" y="10716"/>
                </a:lnTo>
                <a:cubicBezTo>
                  <a:pt x="3583" y="10716"/>
                  <a:pt x="0" y="7133"/>
                  <a:pt x="0" y="2679"/>
                </a:cubicBezTo>
                <a:close/>
                <a:moveTo>
                  <a:pt x="53578" y="155377"/>
                </a:moveTo>
                <a:cubicBezTo>
                  <a:pt x="53578" y="146505"/>
                  <a:pt x="60780" y="139303"/>
                  <a:pt x="69652" y="139303"/>
                </a:cubicBezTo>
                <a:cubicBezTo>
                  <a:pt x="78523" y="139303"/>
                  <a:pt x="85725" y="146505"/>
                  <a:pt x="85725" y="155377"/>
                </a:cubicBezTo>
                <a:cubicBezTo>
                  <a:pt x="85725" y="164248"/>
                  <a:pt x="78523" y="171450"/>
                  <a:pt x="69652" y="171450"/>
                </a:cubicBezTo>
                <a:cubicBezTo>
                  <a:pt x="60780" y="171450"/>
                  <a:pt x="53578" y="164248"/>
                  <a:pt x="53578" y="155377"/>
                </a:cubicBezTo>
                <a:close/>
                <a:moveTo>
                  <a:pt x="128588" y="155377"/>
                </a:moveTo>
                <a:cubicBezTo>
                  <a:pt x="128588" y="146505"/>
                  <a:pt x="135790" y="139303"/>
                  <a:pt x="144661" y="139303"/>
                </a:cubicBezTo>
                <a:cubicBezTo>
                  <a:pt x="153532" y="139303"/>
                  <a:pt x="160734" y="146505"/>
                  <a:pt x="160734" y="155377"/>
                </a:cubicBezTo>
                <a:cubicBezTo>
                  <a:pt x="160734" y="164248"/>
                  <a:pt x="153532" y="171450"/>
                  <a:pt x="144661" y="171450"/>
                </a:cubicBezTo>
                <a:cubicBezTo>
                  <a:pt x="135790" y="171450"/>
                  <a:pt x="128588" y="164248"/>
                  <a:pt x="128588" y="155377"/>
                </a:cubicBezTo>
                <a:close/>
                <a:moveTo>
                  <a:pt x="112514" y="26253"/>
                </a:moveTo>
                <a:cubicBezTo>
                  <a:pt x="108060" y="26253"/>
                  <a:pt x="104477" y="29836"/>
                  <a:pt x="104477" y="34290"/>
                </a:cubicBezTo>
                <a:lnTo>
                  <a:pt x="104477" y="45541"/>
                </a:lnTo>
                <a:lnTo>
                  <a:pt x="93226" y="45541"/>
                </a:lnTo>
                <a:cubicBezTo>
                  <a:pt x="88772" y="45541"/>
                  <a:pt x="85189" y="49124"/>
                  <a:pt x="85189" y="53578"/>
                </a:cubicBezTo>
                <a:cubicBezTo>
                  <a:pt x="85189" y="58032"/>
                  <a:pt x="88772" y="61615"/>
                  <a:pt x="93226" y="61615"/>
                </a:cubicBezTo>
                <a:lnTo>
                  <a:pt x="104477" y="61615"/>
                </a:lnTo>
                <a:lnTo>
                  <a:pt x="104477" y="72866"/>
                </a:lnTo>
                <a:cubicBezTo>
                  <a:pt x="104477" y="77320"/>
                  <a:pt x="108060" y="80903"/>
                  <a:pt x="112514" y="80903"/>
                </a:cubicBezTo>
                <a:cubicBezTo>
                  <a:pt x="116968" y="80903"/>
                  <a:pt x="120551" y="77320"/>
                  <a:pt x="120551" y="72866"/>
                </a:cubicBezTo>
                <a:lnTo>
                  <a:pt x="120551" y="61615"/>
                </a:lnTo>
                <a:lnTo>
                  <a:pt x="131802" y="61615"/>
                </a:lnTo>
                <a:cubicBezTo>
                  <a:pt x="136256" y="61615"/>
                  <a:pt x="139839" y="58032"/>
                  <a:pt x="139839" y="53578"/>
                </a:cubicBezTo>
                <a:cubicBezTo>
                  <a:pt x="139839" y="49124"/>
                  <a:pt x="136256" y="45541"/>
                  <a:pt x="131802" y="45541"/>
                </a:cubicBezTo>
                <a:lnTo>
                  <a:pt x="120551" y="45541"/>
                </a:lnTo>
                <a:lnTo>
                  <a:pt x="120551" y="34290"/>
                </a:lnTo>
                <a:cubicBezTo>
                  <a:pt x="120551" y="29836"/>
                  <a:pt x="116968" y="26253"/>
                  <a:pt x="112514" y="26253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32" name="Text 30"/>
          <p:cNvSpPr/>
          <p:nvPr/>
        </p:nvSpPr>
        <p:spPr>
          <a:xfrm>
            <a:off x="4676775" y="13335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CartItemAdmin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57700" y="17145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cart, product, quantity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67200" y="2171700"/>
            <a:ext cx="3695700" cy="1066800"/>
          </a:xfrm>
          <a:custGeom>
            <a:avLst/>
            <a:gdLst/>
            <a:ahLst/>
            <a:cxnLst/>
            <a:rect l="l" t="t" r="r" b="b"/>
            <a:pathLst>
              <a:path w="3695700" h="1066800">
                <a:moveTo>
                  <a:pt x="76200" y="0"/>
                </a:moveTo>
                <a:lnTo>
                  <a:pt x="3543297" y="0"/>
                </a:lnTo>
                <a:cubicBezTo>
                  <a:pt x="3627467" y="0"/>
                  <a:pt x="3695700" y="68233"/>
                  <a:pt x="3695700" y="152403"/>
                </a:cubicBezTo>
                <a:lnTo>
                  <a:pt x="3695700" y="914397"/>
                </a:lnTo>
                <a:cubicBezTo>
                  <a:pt x="3695700" y="998567"/>
                  <a:pt x="3627467" y="1066800"/>
                  <a:pt x="3543297" y="1066800"/>
                </a:cubicBezTo>
                <a:lnTo>
                  <a:pt x="76200" y="1066800"/>
                </a:lnTo>
                <a:cubicBezTo>
                  <a:pt x="34144" y="1066800"/>
                  <a:pt x="0" y="1032656"/>
                  <a:pt x="0" y="990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67200" y="2171700"/>
            <a:ext cx="76200" cy="1066800"/>
          </a:xfrm>
          <a:custGeom>
            <a:avLst/>
            <a:gdLst/>
            <a:ahLst/>
            <a:cxnLst/>
            <a:rect l="l" t="t" r="r" b="b"/>
            <a:pathLst>
              <a:path w="76200" h="1066800">
                <a:moveTo>
                  <a:pt x="76200" y="0"/>
                </a:moveTo>
                <a:lnTo>
                  <a:pt x="76200" y="0"/>
                </a:lnTo>
                <a:lnTo>
                  <a:pt x="76200" y="1066800"/>
                </a:lnTo>
                <a:lnTo>
                  <a:pt x="76200" y="1066800"/>
                </a:lnTo>
                <a:cubicBezTo>
                  <a:pt x="34144" y="1066800"/>
                  <a:pt x="0" y="1032656"/>
                  <a:pt x="0" y="990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A8D4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1513" y="2371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0702" y="29167"/>
                </a:moveTo>
                <a:lnTo>
                  <a:pt x="85725" y="36098"/>
                </a:lnTo>
                <a:lnTo>
                  <a:pt x="90748" y="29167"/>
                </a:lnTo>
                <a:cubicBezTo>
                  <a:pt x="99120" y="17580"/>
                  <a:pt x="112581" y="10716"/>
                  <a:pt x="126880" y="10716"/>
                </a:cubicBezTo>
                <a:cubicBezTo>
                  <a:pt x="151492" y="10716"/>
                  <a:pt x="171450" y="30673"/>
                  <a:pt x="171450" y="55286"/>
                </a:cubicBezTo>
                <a:lnTo>
                  <a:pt x="171450" y="56157"/>
                </a:lnTo>
                <a:cubicBezTo>
                  <a:pt x="171450" y="93728"/>
                  <a:pt x="124603" y="137361"/>
                  <a:pt x="100158" y="156013"/>
                </a:cubicBezTo>
                <a:cubicBezTo>
                  <a:pt x="96005" y="159161"/>
                  <a:pt x="90915" y="160734"/>
                  <a:pt x="85725" y="160734"/>
                </a:cubicBezTo>
                <a:cubicBezTo>
                  <a:pt x="80535" y="160734"/>
                  <a:pt x="75411" y="159194"/>
                  <a:pt x="71292" y="156013"/>
                </a:cubicBezTo>
                <a:cubicBezTo>
                  <a:pt x="46847" y="137361"/>
                  <a:pt x="0" y="93728"/>
                  <a:pt x="0" y="56157"/>
                </a:cubicBezTo>
                <a:lnTo>
                  <a:pt x="0" y="55286"/>
                </a:lnTo>
                <a:cubicBezTo>
                  <a:pt x="0" y="30673"/>
                  <a:pt x="19958" y="10716"/>
                  <a:pt x="44570" y="10716"/>
                </a:cubicBezTo>
                <a:cubicBezTo>
                  <a:pt x="58869" y="10716"/>
                  <a:pt x="72330" y="17580"/>
                  <a:pt x="80702" y="29167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37" name="Text 35"/>
          <p:cNvSpPr/>
          <p:nvPr/>
        </p:nvSpPr>
        <p:spPr>
          <a:xfrm>
            <a:off x="4676775" y="23241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WishlistAdmin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57700" y="27051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57700" y="28956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filter_horizontal: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products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67200" y="3352800"/>
            <a:ext cx="3695700" cy="1066800"/>
          </a:xfrm>
          <a:custGeom>
            <a:avLst/>
            <a:gdLst/>
            <a:ahLst/>
            <a:cxnLst/>
            <a:rect l="l" t="t" r="r" b="b"/>
            <a:pathLst>
              <a:path w="3695700" h="1066800">
                <a:moveTo>
                  <a:pt x="76200" y="0"/>
                </a:moveTo>
                <a:lnTo>
                  <a:pt x="3543297" y="0"/>
                </a:lnTo>
                <a:cubicBezTo>
                  <a:pt x="3627467" y="0"/>
                  <a:pt x="3695700" y="68233"/>
                  <a:pt x="3695700" y="152403"/>
                </a:cubicBezTo>
                <a:lnTo>
                  <a:pt x="3695700" y="914397"/>
                </a:lnTo>
                <a:cubicBezTo>
                  <a:pt x="3695700" y="998567"/>
                  <a:pt x="3627467" y="1066800"/>
                  <a:pt x="3543297" y="1066800"/>
                </a:cubicBezTo>
                <a:lnTo>
                  <a:pt x="76200" y="1066800"/>
                </a:lnTo>
                <a:cubicBezTo>
                  <a:pt x="34144" y="1066800"/>
                  <a:pt x="0" y="1032656"/>
                  <a:pt x="0" y="990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267200" y="3352800"/>
            <a:ext cx="76200" cy="1066800"/>
          </a:xfrm>
          <a:custGeom>
            <a:avLst/>
            <a:gdLst/>
            <a:ahLst/>
            <a:cxnLst/>
            <a:rect l="l" t="t" r="r" b="b"/>
            <a:pathLst>
              <a:path w="76200" h="1066800">
                <a:moveTo>
                  <a:pt x="76200" y="0"/>
                </a:moveTo>
                <a:lnTo>
                  <a:pt x="76200" y="0"/>
                </a:lnTo>
                <a:lnTo>
                  <a:pt x="76200" y="1066800"/>
                </a:lnTo>
                <a:lnTo>
                  <a:pt x="76200" y="1066800"/>
                </a:lnTo>
                <a:cubicBezTo>
                  <a:pt x="34144" y="1066800"/>
                  <a:pt x="0" y="1032656"/>
                  <a:pt x="0" y="990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B4FE"/>
          </a:solidFill>
          <a:ln/>
        </p:spPr>
      </p:sp>
      <p:sp>
        <p:nvSpPr>
          <p:cNvPr id="42" name="Shape 40"/>
          <p:cNvSpPr/>
          <p:nvPr/>
        </p:nvSpPr>
        <p:spPr>
          <a:xfrm>
            <a:off x="4502944" y="35528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57094"/>
                </a:lnTo>
                <a:cubicBezTo>
                  <a:pt x="128588" y="51402"/>
                  <a:pt x="126344" y="45943"/>
                  <a:pt x="122326" y="41925"/>
                </a:cubicBezTo>
                <a:lnTo>
                  <a:pt x="86629" y="6262"/>
                </a:lnTo>
                <a:cubicBezTo>
                  <a:pt x="82611" y="2244"/>
                  <a:pt x="77186" y="0"/>
                  <a:pt x="71493" y="0"/>
                </a:cubicBezTo>
                <a:lnTo>
                  <a:pt x="21431" y="0"/>
                </a:lnTo>
                <a:close/>
                <a:moveTo>
                  <a:pt x="108998" y="58936"/>
                </a:moveTo>
                <a:lnTo>
                  <a:pt x="77688" y="58936"/>
                </a:lnTo>
                <a:cubicBezTo>
                  <a:pt x="73235" y="58936"/>
                  <a:pt x="69652" y="55353"/>
                  <a:pt x="69652" y="50899"/>
                </a:cubicBezTo>
                <a:lnTo>
                  <a:pt x="69652" y="19590"/>
                </a:lnTo>
                <a:lnTo>
                  <a:pt x="108998" y="58936"/>
                </a:lnTo>
                <a:close/>
                <a:moveTo>
                  <a:pt x="21431" y="128588"/>
                </a:moveTo>
                <a:lnTo>
                  <a:pt x="21431" y="107156"/>
                </a:lnTo>
                <a:cubicBezTo>
                  <a:pt x="21431" y="101229"/>
                  <a:pt x="26220" y="96441"/>
                  <a:pt x="32147" y="96441"/>
                </a:cubicBezTo>
                <a:lnTo>
                  <a:pt x="96441" y="96441"/>
                </a:lnTo>
                <a:cubicBezTo>
                  <a:pt x="102368" y="96441"/>
                  <a:pt x="107156" y="101229"/>
                  <a:pt x="107156" y="107156"/>
                </a:cubicBezTo>
                <a:lnTo>
                  <a:pt x="107156" y="128588"/>
                </a:lnTo>
                <a:cubicBezTo>
                  <a:pt x="107156" y="134515"/>
                  <a:pt x="102368" y="139303"/>
                  <a:pt x="96441" y="139303"/>
                </a:cubicBezTo>
                <a:lnTo>
                  <a:pt x="32147" y="139303"/>
                </a:lnTo>
                <a:cubicBezTo>
                  <a:pt x="26220" y="139303"/>
                  <a:pt x="21431" y="134515"/>
                  <a:pt x="21431" y="128588"/>
                </a:cubicBezTo>
                <a:close/>
                <a:moveTo>
                  <a:pt x="29468" y="21431"/>
                </a:moveTo>
                <a:lnTo>
                  <a:pt x="45541" y="21431"/>
                </a:lnTo>
                <a:cubicBezTo>
                  <a:pt x="49995" y="21431"/>
                  <a:pt x="53578" y="25014"/>
                  <a:pt x="53578" y="29468"/>
                </a:cubicBezTo>
                <a:cubicBezTo>
                  <a:pt x="53578" y="33922"/>
                  <a:pt x="49995" y="37505"/>
                  <a:pt x="45541" y="37505"/>
                </a:cubicBezTo>
                <a:lnTo>
                  <a:pt x="29468" y="37505"/>
                </a:lnTo>
                <a:cubicBezTo>
                  <a:pt x="25014" y="37505"/>
                  <a:pt x="21431" y="33922"/>
                  <a:pt x="21431" y="29468"/>
                </a:cubicBezTo>
                <a:cubicBezTo>
                  <a:pt x="21431" y="25014"/>
                  <a:pt x="25014" y="21431"/>
                  <a:pt x="29468" y="21431"/>
                </a:cubicBezTo>
                <a:close/>
                <a:moveTo>
                  <a:pt x="29468" y="53578"/>
                </a:moveTo>
                <a:lnTo>
                  <a:pt x="45541" y="53578"/>
                </a:lnTo>
                <a:cubicBezTo>
                  <a:pt x="49995" y="53578"/>
                  <a:pt x="53578" y="57161"/>
                  <a:pt x="53578" y="61615"/>
                </a:cubicBezTo>
                <a:cubicBezTo>
                  <a:pt x="53578" y="66069"/>
                  <a:pt x="49995" y="69652"/>
                  <a:pt x="45541" y="69652"/>
                </a:cubicBezTo>
                <a:lnTo>
                  <a:pt x="29468" y="69652"/>
                </a:lnTo>
                <a:cubicBezTo>
                  <a:pt x="25014" y="69652"/>
                  <a:pt x="21431" y="66069"/>
                  <a:pt x="21431" y="61615"/>
                </a:cubicBezTo>
                <a:cubicBezTo>
                  <a:pt x="21431" y="57161"/>
                  <a:pt x="25014" y="53578"/>
                  <a:pt x="29468" y="53578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43" name="Text 41"/>
          <p:cNvSpPr/>
          <p:nvPr/>
        </p:nvSpPr>
        <p:spPr>
          <a:xfrm>
            <a:off x="4676775" y="35052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OrderAdmin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57700" y="38862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id, user, total_amount, status, created_at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57700" y="40767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list_filter: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status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67200" y="4533900"/>
            <a:ext cx="3695700" cy="876300"/>
          </a:xfrm>
          <a:custGeom>
            <a:avLst/>
            <a:gdLst/>
            <a:ahLst/>
            <a:cxnLst/>
            <a:rect l="l" t="t" r="r" b="b"/>
            <a:pathLst>
              <a:path w="3695700" h="876300">
                <a:moveTo>
                  <a:pt x="76200" y="0"/>
                </a:moveTo>
                <a:lnTo>
                  <a:pt x="3543303" y="0"/>
                </a:lnTo>
                <a:cubicBezTo>
                  <a:pt x="3627469" y="0"/>
                  <a:pt x="3695700" y="68231"/>
                  <a:pt x="3695700" y="152397"/>
                </a:cubicBezTo>
                <a:lnTo>
                  <a:pt x="3695700" y="723903"/>
                </a:lnTo>
                <a:cubicBezTo>
                  <a:pt x="3695700" y="808069"/>
                  <a:pt x="3627469" y="876300"/>
                  <a:pt x="3543303" y="876300"/>
                </a:cubicBez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267200" y="4533900"/>
            <a:ext cx="76200" cy="876300"/>
          </a:xfrm>
          <a:custGeom>
            <a:avLst/>
            <a:gdLst/>
            <a:ahLst/>
            <a:cxnLst/>
            <a:rect l="l" t="t" r="r" b="b"/>
            <a:pathLst>
              <a:path w="76200" h="876300">
                <a:moveTo>
                  <a:pt x="76200" y="0"/>
                </a:moveTo>
                <a:lnTo>
                  <a:pt x="76200" y="0"/>
                </a:lnTo>
                <a:lnTo>
                  <a:pt x="76200" y="876300"/>
                </a:ln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A8D4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1513" y="4733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95" y="16073"/>
                </a:moveTo>
                <a:cubicBezTo>
                  <a:pt x="8941" y="16073"/>
                  <a:pt x="5358" y="19656"/>
                  <a:pt x="5358" y="24110"/>
                </a:cubicBezTo>
                <a:lnTo>
                  <a:pt x="5358" y="40184"/>
                </a:lnTo>
                <a:cubicBezTo>
                  <a:pt x="5358" y="44637"/>
                  <a:pt x="8941" y="48220"/>
                  <a:pt x="13395" y="48220"/>
                </a:cubicBezTo>
                <a:lnTo>
                  <a:pt x="29468" y="48220"/>
                </a:lnTo>
                <a:cubicBezTo>
                  <a:pt x="33922" y="48220"/>
                  <a:pt x="37505" y="44637"/>
                  <a:pt x="37505" y="40184"/>
                </a:cubicBezTo>
                <a:lnTo>
                  <a:pt x="37505" y="24110"/>
                </a:lnTo>
                <a:cubicBezTo>
                  <a:pt x="37505" y="19656"/>
                  <a:pt x="33922" y="16073"/>
                  <a:pt x="29468" y="16073"/>
                </a:cubicBezTo>
                <a:lnTo>
                  <a:pt x="13395" y="16073"/>
                </a:lnTo>
                <a:close/>
                <a:moveTo>
                  <a:pt x="64294" y="21431"/>
                </a:moveTo>
                <a:cubicBezTo>
                  <a:pt x="58367" y="21431"/>
                  <a:pt x="53578" y="26220"/>
                  <a:pt x="53578" y="32147"/>
                </a:cubicBezTo>
                <a:cubicBezTo>
                  <a:pt x="53578" y="38074"/>
                  <a:pt x="58367" y="42863"/>
                  <a:pt x="64294" y="42863"/>
                </a:cubicBezTo>
                <a:lnTo>
                  <a:pt x="160734" y="42863"/>
                </a:lnTo>
                <a:cubicBezTo>
                  <a:pt x="166661" y="42863"/>
                  <a:pt x="171450" y="38074"/>
                  <a:pt x="171450" y="32147"/>
                </a:cubicBezTo>
                <a:cubicBezTo>
                  <a:pt x="171450" y="26220"/>
                  <a:pt x="166661" y="21431"/>
                  <a:pt x="160734" y="21431"/>
                </a:cubicBezTo>
                <a:lnTo>
                  <a:pt x="64294" y="21431"/>
                </a:lnTo>
                <a:close/>
                <a:moveTo>
                  <a:pt x="64294" y="75009"/>
                </a:moveTo>
                <a:cubicBezTo>
                  <a:pt x="58367" y="75009"/>
                  <a:pt x="53578" y="79798"/>
                  <a:pt x="53578" y="85725"/>
                </a:cubicBezTo>
                <a:cubicBezTo>
                  <a:pt x="53578" y="91652"/>
                  <a:pt x="58367" y="96441"/>
                  <a:pt x="64294" y="96441"/>
                </a:cubicBezTo>
                <a:lnTo>
                  <a:pt x="160734" y="96441"/>
                </a:lnTo>
                <a:cubicBezTo>
                  <a:pt x="166661" y="96441"/>
                  <a:pt x="171450" y="91652"/>
                  <a:pt x="171450" y="85725"/>
                </a:cubicBezTo>
                <a:cubicBezTo>
                  <a:pt x="171450" y="79798"/>
                  <a:pt x="166661" y="75009"/>
                  <a:pt x="160734" y="75009"/>
                </a:cubicBezTo>
                <a:lnTo>
                  <a:pt x="64294" y="75009"/>
                </a:lnTo>
                <a:close/>
                <a:moveTo>
                  <a:pt x="64294" y="128588"/>
                </a:moveTo>
                <a:cubicBezTo>
                  <a:pt x="58367" y="128588"/>
                  <a:pt x="53578" y="133376"/>
                  <a:pt x="53578" y="139303"/>
                </a:cubicBezTo>
                <a:cubicBezTo>
                  <a:pt x="53578" y="145230"/>
                  <a:pt x="58367" y="150019"/>
                  <a:pt x="64294" y="150019"/>
                </a:cubicBez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ubicBezTo>
                  <a:pt x="171450" y="133376"/>
                  <a:pt x="166661" y="128588"/>
                  <a:pt x="160734" y="128588"/>
                </a:cubicBezTo>
                <a:lnTo>
                  <a:pt x="64294" y="128588"/>
                </a:lnTo>
                <a:close/>
                <a:moveTo>
                  <a:pt x="5358" y="77688"/>
                </a:moveTo>
                <a:lnTo>
                  <a:pt x="5358" y="93762"/>
                </a:lnTo>
                <a:cubicBezTo>
                  <a:pt x="5358" y="98215"/>
                  <a:pt x="8941" y="101798"/>
                  <a:pt x="13395" y="101798"/>
                </a:cubicBezTo>
                <a:lnTo>
                  <a:pt x="29468" y="101798"/>
                </a:lnTo>
                <a:cubicBezTo>
                  <a:pt x="33922" y="101798"/>
                  <a:pt x="37505" y="98215"/>
                  <a:pt x="37505" y="93762"/>
                </a:cubicBezTo>
                <a:lnTo>
                  <a:pt x="37505" y="77688"/>
                </a:lnTo>
                <a:cubicBezTo>
                  <a:pt x="37505" y="73235"/>
                  <a:pt x="33922" y="69652"/>
                  <a:pt x="29468" y="69652"/>
                </a:cubicBezTo>
                <a:lnTo>
                  <a:pt x="13395" y="69652"/>
                </a:lnTo>
                <a:cubicBezTo>
                  <a:pt x="8941" y="69652"/>
                  <a:pt x="5358" y="73235"/>
                  <a:pt x="5358" y="77688"/>
                </a:cubicBezTo>
                <a:close/>
                <a:moveTo>
                  <a:pt x="13395" y="123230"/>
                </a:moveTo>
                <a:cubicBezTo>
                  <a:pt x="8941" y="123230"/>
                  <a:pt x="5358" y="126813"/>
                  <a:pt x="5358" y="131266"/>
                </a:cubicBezTo>
                <a:lnTo>
                  <a:pt x="5358" y="147340"/>
                </a:lnTo>
                <a:cubicBezTo>
                  <a:pt x="5358" y="151794"/>
                  <a:pt x="8941" y="155377"/>
                  <a:pt x="13395" y="155377"/>
                </a:cubicBezTo>
                <a:lnTo>
                  <a:pt x="29468" y="155377"/>
                </a:lnTo>
                <a:cubicBezTo>
                  <a:pt x="33922" y="155377"/>
                  <a:pt x="37505" y="151794"/>
                  <a:pt x="37505" y="147340"/>
                </a:cubicBezTo>
                <a:lnTo>
                  <a:pt x="37505" y="131266"/>
                </a:lnTo>
                <a:cubicBezTo>
                  <a:pt x="37505" y="126813"/>
                  <a:pt x="33922" y="123230"/>
                  <a:pt x="29468" y="123230"/>
                </a:cubicBezTo>
                <a:lnTo>
                  <a:pt x="13395" y="123230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49" name="Text 47"/>
          <p:cNvSpPr/>
          <p:nvPr/>
        </p:nvSpPr>
        <p:spPr>
          <a:xfrm>
            <a:off x="4676775" y="46863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OrderItemAdmin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57700" y="50673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order, product, quantity, price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15300" y="1181100"/>
            <a:ext cx="3695700" cy="876300"/>
          </a:xfrm>
          <a:custGeom>
            <a:avLst/>
            <a:gdLst/>
            <a:ahLst/>
            <a:cxnLst/>
            <a:rect l="l" t="t" r="r" b="b"/>
            <a:pathLst>
              <a:path w="3695700" h="876300">
                <a:moveTo>
                  <a:pt x="76200" y="0"/>
                </a:moveTo>
                <a:lnTo>
                  <a:pt x="3543303" y="0"/>
                </a:lnTo>
                <a:cubicBezTo>
                  <a:pt x="3627469" y="0"/>
                  <a:pt x="3695700" y="68231"/>
                  <a:pt x="3695700" y="152397"/>
                </a:cubicBezTo>
                <a:lnTo>
                  <a:pt x="3695700" y="723903"/>
                </a:lnTo>
                <a:cubicBezTo>
                  <a:pt x="3695700" y="808069"/>
                  <a:pt x="3627469" y="876300"/>
                  <a:pt x="3543303" y="876300"/>
                </a:cubicBez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115300" y="1181100"/>
            <a:ext cx="76200" cy="876300"/>
          </a:xfrm>
          <a:custGeom>
            <a:avLst/>
            <a:gdLst/>
            <a:ahLst/>
            <a:cxnLst/>
            <a:rect l="l" t="t" r="r" b="b"/>
            <a:pathLst>
              <a:path w="76200" h="876300">
                <a:moveTo>
                  <a:pt x="76200" y="0"/>
                </a:moveTo>
                <a:lnTo>
                  <a:pt x="76200" y="0"/>
                </a:lnTo>
                <a:lnTo>
                  <a:pt x="76200" y="876300"/>
                </a:ln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B4FE"/>
          </a:solidFill>
          <a:ln/>
        </p:spPr>
      </p:sp>
      <p:sp>
        <p:nvSpPr>
          <p:cNvPr id="53" name="Shape 51"/>
          <p:cNvSpPr/>
          <p:nvPr/>
        </p:nvSpPr>
        <p:spPr>
          <a:xfrm>
            <a:off x="8318897" y="13811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54" name="Text 52"/>
          <p:cNvSpPr/>
          <p:nvPr/>
        </p:nvSpPr>
        <p:spPr>
          <a:xfrm>
            <a:off x="8524875" y="13335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ReviewAdmin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05800" y="17145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product, user, rating, created_at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115300" y="2171700"/>
            <a:ext cx="3695700" cy="876300"/>
          </a:xfrm>
          <a:custGeom>
            <a:avLst/>
            <a:gdLst/>
            <a:ahLst/>
            <a:cxnLst/>
            <a:rect l="l" t="t" r="r" b="b"/>
            <a:pathLst>
              <a:path w="3695700" h="876300">
                <a:moveTo>
                  <a:pt x="76200" y="0"/>
                </a:moveTo>
                <a:lnTo>
                  <a:pt x="3543303" y="0"/>
                </a:lnTo>
                <a:cubicBezTo>
                  <a:pt x="3627469" y="0"/>
                  <a:pt x="3695700" y="68231"/>
                  <a:pt x="3695700" y="152397"/>
                </a:cubicBezTo>
                <a:lnTo>
                  <a:pt x="3695700" y="723903"/>
                </a:lnTo>
                <a:cubicBezTo>
                  <a:pt x="3695700" y="808069"/>
                  <a:pt x="3627469" y="876300"/>
                  <a:pt x="3543303" y="876300"/>
                </a:cubicBez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115300" y="2171700"/>
            <a:ext cx="76200" cy="876300"/>
          </a:xfrm>
          <a:custGeom>
            <a:avLst/>
            <a:gdLst/>
            <a:ahLst/>
            <a:cxnLst/>
            <a:rect l="l" t="t" r="r" b="b"/>
            <a:pathLst>
              <a:path w="76200" h="876300">
                <a:moveTo>
                  <a:pt x="76200" y="0"/>
                </a:moveTo>
                <a:lnTo>
                  <a:pt x="76200" y="0"/>
                </a:lnTo>
                <a:lnTo>
                  <a:pt x="76200" y="876300"/>
                </a:ln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A8D4"/>
          </a:solidFill>
          <a:ln/>
        </p:spPr>
      </p:sp>
      <p:sp>
        <p:nvSpPr>
          <p:cNvPr id="58" name="Shape 56"/>
          <p:cNvSpPr/>
          <p:nvPr/>
        </p:nvSpPr>
        <p:spPr>
          <a:xfrm>
            <a:off x="8329613" y="2371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42863"/>
                </a:moveTo>
                <a:lnTo>
                  <a:pt x="0" y="53578"/>
                </a:lnTo>
                <a:lnTo>
                  <a:pt x="171450" y="53578"/>
                </a:lnTo>
                <a:lnTo>
                  <a:pt x="171450" y="42863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close/>
                <a:moveTo>
                  <a:pt x="0" y="69652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9652"/>
                </a:lnTo>
                <a:lnTo>
                  <a:pt x="0" y="69652"/>
                </a:lnTo>
                <a:close/>
                <a:moveTo>
                  <a:pt x="21431" y="120551"/>
                </a:moveTo>
                <a:cubicBezTo>
                  <a:pt x="21431" y="116097"/>
                  <a:pt x="25014" y="112514"/>
                  <a:pt x="29468" y="112514"/>
                </a:cubicBezTo>
                <a:lnTo>
                  <a:pt x="45541" y="112514"/>
                </a:lnTo>
                <a:cubicBezTo>
                  <a:pt x="49995" y="112514"/>
                  <a:pt x="53578" y="116097"/>
                  <a:pt x="53578" y="120551"/>
                </a:cubicBezTo>
                <a:cubicBezTo>
                  <a:pt x="53578" y="125004"/>
                  <a:pt x="49995" y="128588"/>
                  <a:pt x="45541" y="128588"/>
                </a:cubicBezTo>
                <a:lnTo>
                  <a:pt x="29468" y="128588"/>
                </a:lnTo>
                <a:cubicBezTo>
                  <a:pt x="25014" y="128588"/>
                  <a:pt x="21431" y="125004"/>
                  <a:pt x="21431" y="120551"/>
                </a:cubicBezTo>
                <a:close/>
                <a:moveTo>
                  <a:pt x="69652" y="120551"/>
                </a:moveTo>
                <a:cubicBezTo>
                  <a:pt x="69652" y="116097"/>
                  <a:pt x="73235" y="112514"/>
                  <a:pt x="77688" y="112514"/>
                </a:cubicBez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7688" y="128588"/>
                </a:lnTo>
                <a:cubicBezTo>
                  <a:pt x="73235" y="128588"/>
                  <a:pt x="69652" y="125004"/>
                  <a:pt x="69652" y="120551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59" name="Text 57"/>
          <p:cNvSpPr/>
          <p:nvPr/>
        </p:nvSpPr>
        <p:spPr>
          <a:xfrm>
            <a:off x="8524875" y="23241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PaymentMethodAdmin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05800" y="27051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user, card_name, masked_number, is_default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15300" y="3162300"/>
            <a:ext cx="3695700" cy="876300"/>
          </a:xfrm>
          <a:custGeom>
            <a:avLst/>
            <a:gdLst/>
            <a:ahLst/>
            <a:cxnLst/>
            <a:rect l="l" t="t" r="r" b="b"/>
            <a:pathLst>
              <a:path w="3695700" h="876300">
                <a:moveTo>
                  <a:pt x="76200" y="0"/>
                </a:moveTo>
                <a:lnTo>
                  <a:pt x="3543303" y="0"/>
                </a:lnTo>
                <a:cubicBezTo>
                  <a:pt x="3627469" y="0"/>
                  <a:pt x="3695700" y="68231"/>
                  <a:pt x="3695700" y="152397"/>
                </a:cubicBezTo>
                <a:lnTo>
                  <a:pt x="3695700" y="723903"/>
                </a:lnTo>
                <a:cubicBezTo>
                  <a:pt x="3695700" y="808069"/>
                  <a:pt x="3627469" y="876300"/>
                  <a:pt x="3543303" y="876300"/>
                </a:cubicBez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115300" y="3162300"/>
            <a:ext cx="76200" cy="876300"/>
          </a:xfrm>
          <a:custGeom>
            <a:avLst/>
            <a:gdLst/>
            <a:ahLst/>
            <a:cxnLst/>
            <a:rect l="l" t="t" r="r" b="b"/>
            <a:pathLst>
              <a:path w="76200" h="876300">
                <a:moveTo>
                  <a:pt x="76200" y="0"/>
                </a:moveTo>
                <a:lnTo>
                  <a:pt x="76200" y="0"/>
                </a:lnTo>
                <a:lnTo>
                  <a:pt x="76200" y="876300"/>
                </a:lnTo>
                <a:lnTo>
                  <a:pt x="76200" y="876300"/>
                </a:lnTo>
                <a:cubicBezTo>
                  <a:pt x="34144" y="876300"/>
                  <a:pt x="0" y="842156"/>
                  <a:pt x="0" y="800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B4FE"/>
          </a:solidFill>
          <a:ln/>
        </p:spPr>
      </p:sp>
      <p:sp>
        <p:nvSpPr>
          <p:cNvPr id="63" name="Shape 61"/>
          <p:cNvSpPr/>
          <p:nvPr/>
        </p:nvSpPr>
        <p:spPr>
          <a:xfrm>
            <a:off x="8351044" y="33623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64" name="Text 62"/>
          <p:cNvSpPr/>
          <p:nvPr/>
        </p:nvSpPr>
        <p:spPr>
          <a:xfrm>
            <a:off x="8524875" y="33147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AddressAdmin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05800" y="36957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user, title, city, country, is_default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115300" y="4152900"/>
            <a:ext cx="3695700" cy="1257300"/>
          </a:xfrm>
          <a:custGeom>
            <a:avLst/>
            <a:gdLst/>
            <a:ahLst/>
            <a:cxnLst/>
            <a:rect l="l" t="t" r="r" b="b"/>
            <a:pathLst>
              <a:path w="3695700" h="1257300">
                <a:moveTo>
                  <a:pt x="76200" y="0"/>
                </a:moveTo>
                <a:lnTo>
                  <a:pt x="3543303" y="0"/>
                </a:lnTo>
                <a:cubicBezTo>
                  <a:pt x="3627469" y="0"/>
                  <a:pt x="3695700" y="68231"/>
                  <a:pt x="3695700" y="152397"/>
                </a:cubicBezTo>
                <a:lnTo>
                  <a:pt x="3695700" y="1104903"/>
                </a:lnTo>
                <a:cubicBezTo>
                  <a:pt x="3695700" y="1189069"/>
                  <a:pt x="3627469" y="1257300"/>
                  <a:pt x="3543303" y="1257300"/>
                </a:cubicBezTo>
                <a:lnTo>
                  <a:pt x="76200" y="1257300"/>
                </a:lnTo>
                <a:cubicBezTo>
                  <a:pt x="34144" y="1257300"/>
                  <a:pt x="0" y="1223156"/>
                  <a:pt x="0" y="1181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115300" y="4152900"/>
            <a:ext cx="76200" cy="1257300"/>
          </a:xfrm>
          <a:custGeom>
            <a:avLst/>
            <a:gdLst/>
            <a:ahLst/>
            <a:cxnLst/>
            <a:rect l="l" t="t" r="r" b="b"/>
            <a:pathLst>
              <a:path w="76200" h="1257300">
                <a:moveTo>
                  <a:pt x="76200" y="0"/>
                </a:moveTo>
                <a:lnTo>
                  <a:pt x="76200" y="0"/>
                </a:lnTo>
                <a:lnTo>
                  <a:pt x="76200" y="1257300"/>
                </a:lnTo>
                <a:lnTo>
                  <a:pt x="76200" y="1257300"/>
                </a:lnTo>
                <a:cubicBezTo>
                  <a:pt x="34144" y="1257300"/>
                  <a:pt x="0" y="1223156"/>
                  <a:pt x="0" y="1181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A8D4"/>
          </a:solidFill>
          <a:ln/>
        </p:spPr>
      </p:sp>
      <p:sp>
        <p:nvSpPr>
          <p:cNvPr id="68" name="Shape 66"/>
          <p:cNvSpPr/>
          <p:nvPr/>
        </p:nvSpPr>
        <p:spPr>
          <a:xfrm>
            <a:off x="8340328" y="4352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103272" y="76583"/>
                </a:moveTo>
                <a:cubicBezTo>
                  <a:pt x="105616" y="72833"/>
                  <a:pt x="104477" y="67877"/>
                  <a:pt x="100727" y="65499"/>
                </a:cubicBezTo>
                <a:cubicBezTo>
                  <a:pt x="96976" y="63122"/>
                  <a:pt x="92020" y="64294"/>
                  <a:pt x="89643" y="68044"/>
                </a:cubicBezTo>
                <a:lnTo>
                  <a:pt x="69082" y="100961"/>
                </a:lnTo>
                <a:lnTo>
                  <a:pt x="60041" y="88906"/>
                </a:lnTo>
                <a:cubicBezTo>
                  <a:pt x="57362" y="85357"/>
                  <a:pt x="52339" y="84620"/>
                  <a:pt x="48790" y="87299"/>
                </a:cubicBezTo>
                <a:cubicBezTo>
                  <a:pt x="45240" y="89978"/>
                  <a:pt x="44503" y="95001"/>
                  <a:pt x="47182" y="98550"/>
                </a:cubicBezTo>
                <a:lnTo>
                  <a:pt x="63256" y="119982"/>
                </a:lnTo>
                <a:cubicBezTo>
                  <a:pt x="64830" y="122091"/>
                  <a:pt x="67374" y="123297"/>
                  <a:pt x="70020" y="123196"/>
                </a:cubicBezTo>
                <a:cubicBezTo>
                  <a:pt x="72665" y="123096"/>
                  <a:pt x="75076" y="121689"/>
                  <a:pt x="76483" y="119412"/>
                </a:cubicBezTo>
                <a:lnTo>
                  <a:pt x="103272" y="76550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69" name="Text 67"/>
          <p:cNvSpPr/>
          <p:nvPr/>
        </p:nvSpPr>
        <p:spPr>
          <a:xfrm>
            <a:off x="8524875" y="43053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AppointmentAdmin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05800" y="46863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list_display: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email, doctor, created_at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05800" y="48768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list_filter: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doctor, created_at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05800" y="5067300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search_fields:</a:t>
            </a:r>
            <a:r>
              <a:rPr lang="en-US" sz="105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email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81000" y="6286500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152398" y="0"/>
                </a:moveTo>
                <a:lnTo>
                  <a:pt x="11277602" y="0"/>
                </a:lnTo>
                <a:cubicBezTo>
                  <a:pt x="11361769" y="0"/>
                  <a:pt x="11430000" y="68231"/>
                  <a:pt x="11430000" y="152398"/>
                </a:cubicBezTo>
                <a:lnTo>
                  <a:pt x="11430000" y="304802"/>
                </a:lnTo>
                <a:cubicBezTo>
                  <a:pt x="11430000" y="388969"/>
                  <a:pt x="11361769" y="457200"/>
                  <a:pt x="11277602" y="457200"/>
                </a:cubicBezTo>
                <a:lnTo>
                  <a:pt x="152398" y="457200"/>
                </a:lnTo>
                <a:cubicBezTo>
                  <a:pt x="68287" y="457200"/>
                  <a:pt x="0" y="388913"/>
                  <a:pt x="0" y="304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D8B4FE">
              <a:alpha val="30196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3109020" y="6438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75" name="Text 73"/>
          <p:cNvSpPr/>
          <p:nvPr/>
        </p:nvSpPr>
        <p:spPr>
          <a:xfrm>
            <a:off x="2110468" y="5946321"/>
            <a:ext cx="1102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 get_image():</a:t>
            </a:r>
            <a:r>
              <a:rPr lang="en-US" sz="1200" dirty="0">
                <a:solidFill>
                  <a:srgbClr val="581C8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format_html with 50x50 thumbnail, object-fit:cover, border-radius:5px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3559629" y="6477000"/>
            <a:ext cx="8325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81C87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8B4FE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762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9A8D4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5" name="Shape 3"/>
          <p:cNvSpPr/>
          <p:nvPr/>
        </p:nvSpPr>
        <p:spPr>
          <a:xfrm>
            <a:off x="10744200" y="54102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533400" y="0"/>
                </a:moveTo>
                <a:lnTo>
                  <a:pt x="533400" y="0"/>
                </a:lnTo>
                <a:cubicBezTo>
                  <a:pt x="827791" y="0"/>
                  <a:pt x="1066800" y="239009"/>
                  <a:pt x="1066800" y="533400"/>
                </a:cubicBezTo>
                <a:lnTo>
                  <a:pt x="1066800" y="533400"/>
                </a:lnTo>
                <a:cubicBezTo>
                  <a:pt x="1066800" y="827791"/>
                  <a:pt x="827791" y="1066800"/>
                  <a:pt x="5334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D8B4F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76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558403" y="221218"/>
                </a:moveTo>
                <a:cubicBezTo>
                  <a:pt x="592455" y="323374"/>
                  <a:pt x="557689" y="426482"/>
                  <a:pt x="480774" y="451723"/>
                </a:cubicBezTo>
                <a:cubicBezTo>
                  <a:pt x="403860" y="476964"/>
                  <a:pt x="313849" y="414576"/>
                  <a:pt x="279797" y="312420"/>
                </a:cubicBezTo>
                <a:cubicBezTo>
                  <a:pt x="245745" y="210264"/>
                  <a:pt x="280511" y="107156"/>
                  <a:pt x="357426" y="81915"/>
                </a:cubicBezTo>
                <a:cubicBezTo>
                  <a:pt x="434340" y="56674"/>
                  <a:pt x="524351" y="119062"/>
                  <a:pt x="558403" y="221218"/>
                </a:cubicBezTo>
                <a:close/>
                <a:moveTo>
                  <a:pt x="239078" y="472916"/>
                </a:moveTo>
                <a:cubicBezTo>
                  <a:pt x="284083" y="550069"/>
                  <a:pt x="273129" y="639842"/>
                  <a:pt x="214789" y="673179"/>
                </a:cubicBezTo>
                <a:cubicBezTo>
                  <a:pt x="156448" y="706517"/>
                  <a:pt x="72628" y="671036"/>
                  <a:pt x="27861" y="593884"/>
                </a:cubicBezTo>
                <a:cubicBezTo>
                  <a:pt x="-16907" y="516731"/>
                  <a:pt x="-6191" y="426958"/>
                  <a:pt x="52149" y="393621"/>
                </a:cubicBezTo>
                <a:cubicBezTo>
                  <a:pt x="110490" y="360283"/>
                  <a:pt x="194310" y="395764"/>
                  <a:pt x="239078" y="472916"/>
                </a:cubicBezTo>
                <a:close/>
                <a:moveTo>
                  <a:pt x="164783" y="955357"/>
                </a:moveTo>
                <a:cubicBezTo>
                  <a:pt x="289560" y="618887"/>
                  <a:pt x="511254" y="533400"/>
                  <a:pt x="609600" y="533400"/>
                </a:cubicBezTo>
                <a:cubicBezTo>
                  <a:pt x="707946" y="533400"/>
                  <a:pt x="929640" y="618887"/>
                  <a:pt x="1054418" y="955357"/>
                </a:cubicBezTo>
                <a:cubicBezTo>
                  <a:pt x="1062990" y="978456"/>
                  <a:pt x="1066800" y="1003221"/>
                  <a:pt x="1066800" y="1027986"/>
                </a:cubicBezTo>
                <a:lnTo>
                  <a:pt x="1066800" y="1031796"/>
                </a:lnTo>
                <a:cubicBezTo>
                  <a:pt x="1066800" y="1093232"/>
                  <a:pt x="1017032" y="1143000"/>
                  <a:pt x="955596" y="1143000"/>
                </a:cubicBezTo>
                <a:cubicBezTo>
                  <a:pt x="928211" y="1143000"/>
                  <a:pt x="901065" y="1139666"/>
                  <a:pt x="874633" y="1132999"/>
                </a:cubicBezTo>
                <a:lnTo>
                  <a:pt x="665083" y="1080611"/>
                </a:lnTo>
                <a:cubicBezTo>
                  <a:pt x="628650" y="1071563"/>
                  <a:pt x="590550" y="1071563"/>
                  <a:pt x="554117" y="1080611"/>
                </a:cubicBezTo>
                <a:lnTo>
                  <a:pt x="344567" y="1132999"/>
                </a:lnTo>
                <a:cubicBezTo>
                  <a:pt x="318135" y="1139666"/>
                  <a:pt x="290989" y="1143000"/>
                  <a:pt x="263604" y="1143000"/>
                </a:cubicBezTo>
                <a:cubicBezTo>
                  <a:pt x="202168" y="1143000"/>
                  <a:pt x="152400" y="1093232"/>
                  <a:pt x="152400" y="1031796"/>
                </a:cubicBezTo>
                <a:lnTo>
                  <a:pt x="152400" y="1027986"/>
                </a:lnTo>
                <a:cubicBezTo>
                  <a:pt x="152400" y="1003221"/>
                  <a:pt x="156210" y="978456"/>
                  <a:pt x="164783" y="955357"/>
                </a:cubicBezTo>
                <a:close/>
                <a:moveTo>
                  <a:pt x="1004411" y="673179"/>
                </a:moveTo>
                <a:cubicBezTo>
                  <a:pt x="946071" y="639842"/>
                  <a:pt x="935117" y="550069"/>
                  <a:pt x="980122" y="472916"/>
                </a:cubicBezTo>
                <a:cubicBezTo>
                  <a:pt x="1025128" y="395764"/>
                  <a:pt x="1108710" y="360283"/>
                  <a:pt x="1167051" y="393621"/>
                </a:cubicBezTo>
                <a:cubicBezTo>
                  <a:pt x="1225391" y="426958"/>
                  <a:pt x="1236345" y="516731"/>
                  <a:pt x="1191339" y="593884"/>
                </a:cubicBezTo>
                <a:cubicBezTo>
                  <a:pt x="1146334" y="671036"/>
                  <a:pt x="1062752" y="706517"/>
                  <a:pt x="1004411" y="673179"/>
                </a:cubicBezTo>
                <a:close/>
                <a:moveTo>
                  <a:pt x="738426" y="451723"/>
                </a:moveTo>
                <a:cubicBezTo>
                  <a:pt x="661511" y="426482"/>
                  <a:pt x="626745" y="323374"/>
                  <a:pt x="660797" y="221218"/>
                </a:cubicBezTo>
                <a:cubicBezTo>
                  <a:pt x="694849" y="119062"/>
                  <a:pt x="784860" y="56674"/>
                  <a:pt x="861774" y="81915"/>
                </a:cubicBezTo>
                <a:cubicBezTo>
                  <a:pt x="938689" y="107156"/>
                  <a:pt x="973455" y="210264"/>
                  <a:pt x="939403" y="312420"/>
                </a:cubicBezTo>
                <a:cubicBezTo>
                  <a:pt x="905351" y="414576"/>
                  <a:pt x="815340" y="476964"/>
                  <a:pt x="738426" y="451723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4289227" y="1828800"/>
            <a:ext cx="3609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581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05336" y="2762250"/>
            <a:ext cx="6181725" cy="1943100"/>
          </a:xfrm>
          <a:custGeom>
            <a:avLst/>
            <a:gdLst/>
            <a:ahLst/>
            <a:cxnLst/>
            <a:rect l="l" t="t" r="r" b="b"/>
            <a:pathLst>
              <a:path w="6181725" h="1943100">
                <a:moveTo>
                  <a:pt x="228606" y="0"/>
                </a:moveTo>
                <a:lnTo>
                  <a:pt x="5953119" y="0"/>
                </a:lnTo>
                <a:cubicBezTo>
                  <a:pt x="6079290" y="0"/>
                  <a:pt x="6181725" y="102435"/>
                  <a:pt x="6181725" y="228606"/>
                </a:cubicBezTo>
                <a:lnTo>
                  <a:pt x="6181725" y="1714494"/>
                </a:lnTo>
                <a:cubicBezTo>
                  <a:pt x="6181725" y="1840665"/>
                  <a:pt x="6079290" y="1943100"/>
                  <a:pt x="5953119" y="1943100"/>
                </a:cubicBezTo>
                <a:lnTo>
                  <a:pt x="228606" y="1943100"/>
                </a:lnTo>
                <a:cubicBezTo>
                  <a:pt x="102435" y="1943100"/>
                  <a:pt x="0" y="1840665"/>
                  <a:pt x="0" y="1714494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50800">
            <a:solidFill>
              <a:srgbClr val="D8B4FE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2549" y="3086100"/>
            <a:ext cx="5067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81C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PetDoc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76836" y="3581400"/>
            <a:ext cx="503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Platform. Complete Care. Smarter Decisions.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799" y="4152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12" name="Text 10"/>
          <p:cNvSpPr/>
          <p:nvPr/>
        </p:nvSpPr>
        <p:spPr>
          <a:xfrm>
            <a:off x="3900686" y="411480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581C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Diagnostics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25070" y="41529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8930" y="-5953"/>
                </a:moveTo>
                <a:cubicBezTo>
                  <a:pt x="3981" y="-5953"/>
                  <a:pt x="0" y="-1972"/>
                  <a:pt x="0" y="2977"/>
                </a:cubicBezTo>
                <a:cubicBezTo>
                  <a:pt x="0" y="7925"/>
                  <a:pt x="3981" y="11906"/>
                  <a:pt x="8930" y="11906"/>
                </a:cubicBezTo>
                <a:lnTo>
                  <a:pt x="25784" y="11906"/>
                </a:lnTo>
                <a:cubicBezTo>
                  <a:pt x="27236" y="11906"/>
                  <a:pt x="28463" y="12948"/>
                  <a:pt x="28724" y="14362"/>
                </a:cubicBezTo>
                <a:lnTo>
                  <a:pt x="48109" y="120886"/>
                </a:lnTo>
                <a:cubicBezTo>
                  <a:pt x="50416" y="133610"/>
                  <a:pt x="61503" y="142875"/>
                  <a:pt x="74451" y="142875"/>
                </a:cubicBezTo>
                <a:lnTo>
                  <a:pt x="169664" y="142875"/>
                </a:lnTo>
                <a:cubicBezTo>
                  <a:pt x="174613" y="142875"/>
                  <a:pt x="178594" y="138894"/>
                  <a:pt x="178594" y="133945"/>
                </a:cubicBezTo>
                <a:cubicBezTo>
                  <a:pt x="178594" y="128997"/>
                  <a:pt x="174613" y="125016"/>
                  <a:pt x="169664" y="125016"/>
                </a:cubicBezTo>
                <a:lnTo>
                  <a:pt x="74451" y="125016"/>
                </a:lnTo>
                <a:cubicBezTo>
                  <a:pt x="70135" y="125016"/>
                  <a:pt x="66452" y="121927"/>
                  <a:pt x="65670" y="117686"/>
                </a:cubicBezTo>
                <a:lnTo>
                  <a:pt x="63773" y="107156"/>
                </a:lnTo>
                <a:lnTo>
                  <a:pt x="176733" y="107156"/>
                </a:lnTo>
                <a:cubicBezTo>
                  <a:pt x="188193" y="107156"/>
                  <a:pt x="198016" y="99008"/>
                  <a:pt x="200137" y="87734"/>
                </a:cubicBezTo>
                <a:lnTo>
                  <a:pt x="211671" y="26008"/>
                </a:lnTo>
                <a:cubicBezTo>
                  <a:pt x="213047" y="18678"/>
                  <a:pt x="207429" y="11906"/>
                  <a:pt x="199951" y="11906"/>
                </a:cubicBezTo>
                <a:lnTo>
                  <a:pt x="46397" y="11906"/>
                </a:lnTo>
                <a:lnTo>
                  <a:pt x="46248" y="11162"/>
                </a:lnTo>
                <a:cubicBezTo>
                  <a:pt x="44462" y="1265"/>
                  <a:pt x="35830" y="-5953"/>
                  <a:pt x="25747" y="-5953"/>
                </a:cubicBezTo>
                <a:lnTo>
                  <a:pt x="8930" y="-5953"/>
                </a:lnTo>
                <a:close/>
                <a:moveTo>
                  <a:pt x="77391" y="190500"/>
                </a:moveTo>
                <a:cubicBezTo>
                  <a:pt x="87247" y="190500"/>
                  <a:pt x="95250" y="182497"/>
                  <a:pt x="95250" y="172641"/>
                </a:cubicBezTo>
                <a:cubicBezTo>
                  <a:pt x="95250" y="162784"/>
                  <a:pt x="87247" y="154781"/>
                  <a:pt x="77391" y="154781"/>
                </a:cubicBezTo>
                <a:cubicBezTo>
                  <a:pt x="67534" y="154781"/>
                  <a:pt x="59531" y="162784"/>
                  <a:pt x="59531" y="172641"/>
                </a:cubicBezTo>
                <a:cubicBezTo>
                  <a:pt x="59531" y="182497"/>
                  <a:pt x="67534" y="190500"/>
                  <a:pt x="77391" y="190500"/>
                </a:cubicBezTo>
                <a:close/>
                <a:moveTo>
                  <a:pt x="160734" y="190500"/>
                </a:moveTo>
                <a:cubicBezTo>
                  <a:pt x="170591" y="190500"/>
                  <a:pt x="178594" y="182497"/>
                  <a:pt x="178594" y="172641"/>
                </a:cubicBezTo>
                <a:cubicBezTo>
                  <a:pt x="178594" y="162784"/>
                  <a:pt x="170591" y="154781"/>
                  <a:pt x="160734" y="154781"/>
                </a:cubicBezTo>
                <a:cubicBezTo>
                  <a:pt x="150878" y="154781"/>
                  <a:pt x="142875" y="162784"/>
                  <a:pt x="142875" y="172641"/>
                </a:cubicBezTo>
                <a:cubicBezTo>
                  <a:pt x="142875" y="182497"/>
                  <a:pt x="150878" y="190500"/>
                  <a:pt x="160734" y="190500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14" name="Text 12"/>
          <p:cNvSpPr/>
          <p:nvPr/>
        </p:nvSpPr>
        <p:spPr>
          <a:xfrm>
            <a:off x="5591770" y="41148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581C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19317" y="41529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2977"/>
                </a:move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lose/>
                <a:moveTo>
                  <a:pt x="105668" y="119360"/>
                </a:moveTo>
                <a:cubicBezTo>
                  <a:pt x="103659" y="119174"/>
                  <a:pt x="101575" y="119063"/>
                  <a:pt x="99492" y="119063"/>
                </a:cubicBezTo>
                <a:lnTo>
                  <a:pt x="67159" y="119063"/>
                </a:lnTo>
                <a:cubicBezTo>
                  <a:pt x="65075" y="119063"/>
                  <a:pt x="63029" y="119174"/>
                  <a:pt x="60982" y="119360"/>
                </a:cubicBezTo>
                <a:lnTo>
                  <a:pt x="60982" y="144475"/>
                </a:lnTo>
                <a:cubicBezTo>
                  <a:pt x="67121" y="147303"/>
                  <a:pt x="71400" y="153516"/>
                  <a:pt x="71400" y="160697"/>
                </a:cubicBezTo>
                <a:cubicBezTo>
                  <a:pt x="71400" y="170557"/>
                  <a:pt x="63401" y="178557"/>
                  <a:pt x="53541" y="178557"/>
                </a:cubicBezTo>
                <a:cubicBezTo>
                  <a:pt x="43681" y="178557"/>
                  <a:pt x="35682" y="170557"/>
                  <a:pt x="35682" y="160697"/>
                </a:cubicBezTo>
                <a:cubicBezTo>
                  <a:pt x="35682" y="153479"/>
                  <a:pt x="39960" y="147265"/>
                  <a:pt x="46100" y="144475"/>
                </a:cubicBezTo>
                <a:lnTo>
                  <a:pt x="46100" y="122746"/>
                </a:lnTo>
                <a:cubicBezTo>
                  <a:pt x="22696" y="131341"/>
                  <a:pt x="5953" y="153888"/>
                  <a:pt x="5953" y="180305"/>
                </a:cubicBezTo>
                <a:cubicBezTo>
                  <a:pt x="5953" y="185924"/>
                  <a:pt x="10530" y="190500"/>
                  <a:pt x="16148" y="190500"/>
                </a:cubicBezTo>
                <a:lnTo>
                  <a:pt x="150502" y="190500"/>
                </a:lnTo>
                <a:cubicBezTo>
                  <a:pt x="156121" y="190500"/>
                  <a:pt x="160697" y="185924"/>
                  <a:pt x="160697" y="180305"/>
                </a:cubicBezTo>
                <a:cubicBezTo>
                  <a:pt x="160697" y="153888"/>
                  <a:pt x="143954" y="131378"/>
                  <a:pt x="120514" y="122783"/>
                </a:cubicBezTo>
                <a:lnTo>
                  <a:pt x="120514" y="136699"/>
                </a:lnTo>
                <a:cubicBezTo>
                  <a:pt x="129183" y="139750"/>
                  <a:pt x="135396" y="148047"/>
                  <a:pt x="135396" y="157758"/>
                </a:cubicBezTo>
                <a:lnTo>
                  <a:pt x="135396" y="169664"/>
                </a:lnTo>
                <a:cubicBezTo>
                  <a:pt x="135396" y="173757"/>
                  <a:pt x="132048" y="177105"/>
                  <a:pt x="127955" y="177105"/>
                </a:cubicBezTo>
                <a:cubicBezTo>
                  <a:pt x="123862" y="177105"/>
                  <a:pt x="120514" y="173757"/>
                  <a:pt x="120514" y="169664"/>
                </a:cubicBezTo>
                <a:lnTo>
                  <a:pt x="120514" y="157758"/>
                </a:lnTo>
                <a:cubicBezTo>
                  <a:pt x="120514" y="153665"/>
                  <a:pt x="117165" y="150316"/>
                  <a:pt x="113072" y="150316"/>
                </a:cubicBezTo>
                <a:cubicBezTo>
                  <a:pt x="108979" y="150316"/>
                  <a:pt x="105631" y="153665"/>
                  <a:pt x="105631" y="157758"/>
                </a:cubicBezTo>
                <a:lnTo>
                  <a:pt x="105631" y="169664"/>
                </a:lnTo>
                <a:cubicBezTo>
                  <a:pt x="105631" y="173757"/>
                  <a:pt x="102282" y="177105"/>
                  <a:pt x="98189" y="177105"/>
                </a:cubicBezTo>
                <a:cubicBezTo>
                  <a:pt x="94097" y="177105"/>
                  <a:pt x="90748" y="173757"/>
                  <a:pt x="90748" y="169664"/>
                </a:cubicBezTo>
                <a:lnTo>
                  <a:pt x="90748" y="157758"/>
                </a:lnTo>
                <a:cubicBezTo>
                  <a:pt x="90748" y="148047"/>
                  <a:pt x="96962" y="139787"/>
                  <a:pt x="105631" y="136699"/>
                </a:cubicBezTo>
                <a:lnTo>
                  <a:pt x="105631" y="119360"/>
                </a:ln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16" name="Text 14"/>
          <p:cNvSpPr/>
          <p:nvPr/>
        </p:nvSpPr>
        <p:spPr>
          <a:xfrm>
            <a:off x="7150298" y="41148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581C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24/7 Consultation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16126" y="5029200"/>
            <a:ext cx="6562725" cy="1104900"/>
          </a:xfrm>
          <a:custGeom>
            <a:avLst/>
            <a:gdLst/>
            <a:ahLst/>
            <a:cxnLst/>
            <a:rect l="l" t="t" r="r" b="b"/>
            <a:pathLst>
              <a:path w="6562725" h="1104900">
                <a:moveTo>
                  <a:pt x="152399" y="0"/>
                </a:moveTo>
                <a:lnTo>
                  <a:pt x="6410326" y="0"/>
                </a:lnTo>
                <a:cubicBezTo>
                  <a:pt x="6494494" y="0"/>
                  <a:pt x="6562725" y="68231"/>
                  <a:pt x="6562725" y="152399"/>
                </a:cubicBezTo>
                <a:lnTo>
                  <a:pt x="6562725" y="952501"/>
                </a:lnTo>
                <a:cubicBezTo>
                  <a:pt x="6562725" y="1036669"/>
                  <a:pt x="6494494" y="1104900"/>
                  <a:pt x="6410326" y="1104900"/>
                </a:cubicBezTo>
                <a:lnTo>
                  <a:pt x="152399" y="1104900"/>
                </a:lnTo>
                <a:cubicBezTo>
                  <a:pt x="68231" y="1104900"/>
                  <a:pt x="0" y="1036669"/>
                  <a:pt x="0" y="952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D8B4FE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16176" y="5257800"/>
            <a:ext cx="576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1C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 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25701" y="5638800"/>
            <a:ext cx="574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Rishat Bin Sultan, Fariha Islam, Nafia Haque Muskan, MD Tamim Hasan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43525" y="64389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F472B6"/>
          </a:solidFill>
          <a:ln/>
        </p:spPr>
      </p:sp>
      <p:sp>
        <p:nvSpPr>
          <p:cNvPr id="21" name="Shape 19"/>
          <p:cNvSpPr/>
          <p:nvPr/>
        </p:nvSpPr>
        <p:spPr>
          <a:xfrm>
            <a:off x="5924550" y="64389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57051" y="62218"/>
                </a:moveTo>
                <a:cubicBezTo>
                  <a:pt x="166628" y="90949"/>
                  <a:pt x="156850" y="119948"/>
                  <a:pt x="135218" y="127047"/>
                </a:cubicBezTo>
                <a:cubicBezTo>
                  <a:pt x="113586" y="134146"/>
                  <a:pt x="88270" y="116599"/>
                  <a:pt x="78693" y="87868"/>
                </a:cubicBezTo>
                <a:cubicBezTo>
                  <a:pt x="69116" y="59137"/>
                  <a:pt x="78894" y="30138"/>
                  <a:pt x="100526" y="23039"/>
                </a:cubicBezTo>
                <a:cubicBezTo>
                  <a:pt x="122158" y="15939"/>
                  <a:pt x="147474" y="33486"/>
                  <a:pt x="157051" y="62218"/>
                </a:cubicBezTo>
                <a:close/>
                <a:moveTo>
                  <a:pt x="67241" y="133008"/>
                </a:moveTo>
                <a:cubicBezTo>
                  <a:pt x="79898" y="154707"/>
                  <a:pt x="76818" y="179956"/>
                  <a:pt x="60409" y="189332"/>
                </a:cubicBezTo>
                <a:cubicBezTo>
                  <a:pt x="44001" y="198708"/>
                  <a:pt x="20427" y="188729"/>
                  <a:pt x="7836" y="167030"/>
                </a:cubicBezTo>
                <a:cubicBezTo>
                  <a:pt x="-4755" y="145331"/>
                  <a:pt x="-1741" y="120082"/>
                  <a:pt x="14667" y="110706"/>
                </a:cubicBezTo>
                <a:cubicBezTo>
                  <a:pt x="31075" y="101330"/>
                  <a:pt x="54650" y="111309"/>
                  <a:pt x="67241" y="133008"/>
                </a:cubicBezTo>
                <a:close/>
                <a:moveTo>
                  <a:pt x="46345" y="268694"/>
                </a:moveTo>
                <a:cubicBezTo>
                  <a:pt x="81439" y="174062"/>
                  <a:pt x="143790" y="150019"/>
                  <a:pt x="171450" y="150019"/>
                </a:cubicBezTo>
                <a:cubicBezTo>
                  <a:pt x="199110" y="150019"/>
                  <a:pt x="261461" y="174062"/>
                  <a:pt x="296555" y="268694"/>
                </a:cubicBezTo>
                <a:cubicBezTo>
                  <a:pt x="298966" y="275191"/>
                  <a:pt x="300038" y="282156"/>
                  <a:pt x="300038" y="289121"/>
                </a:cubicBezTo>
                <a:lnTo>
                  <a:pt x="300038" y="290193"/>
                </a:lnTo>
                <a:cubicBezTo>
                  <a:pt x="300038" y="307471"/>
                  <a:pt x="286040" y="321469"/>
                  <a:pt x="268761" y="321469"/>
                </a:cubicBezTo>
                <a:cubicBezTo>
                  <a:pt x="261059" y="321469"/>
                  <a:pt x="253425" y="320531"/>
                  <a:pt x="245991" y="318656"/>
                </a:cubicBezTo>
                <a:lnTo>
                  <a:pt x="187055" y="303922"/>
                </a:lnTo>
                <a:cubicBezTo>
                  <a:pt x="176808" y="301377"/>
                  <a:pt x="166092" y="301377"/>
                  <a:pt x="155845" y="303922"/>
                </a:cubicBezTo>
                <a:lnTo>
                  <a:pt x="96909" y="318656"/>
                </a:lnTo>
                <a:cubicBezTo>
                  <a:pt x="89475" y="320531"/>
                  <a:pt x="81841" y="321469"/>
                  <a:pt x="74139" y="321469"/>
                </a:cubicBezTo>
                <a:cubicBezTo>
                  <a:pt x="56860" y="321469"/>
                  <a:pt x="42863" y="307471"/>
                  <a:pt x="42863" y="290193"/>
                </a:cubicBezTo>
                <a:lnTo>
                  <a:pt x="42863" y="289121"/>
                </a:lnTo>
                <a:cubicBezTo>
                  <a:pt x="42863" y="282156"/>
                  <a:pt x="43934" y="275191"/>
                  <a:pt x="46345" y="268694"/>
                </a:cubicBezTo>
                <a:close/>
                <a:moveTo>
                  <a:pt x="282491" y="189332"/>
                </a:moveTo>
                <a:cubicBezTo>
                  <a:pt x="266082" y="179956"/>
                  <a:pt x="263002" y="154707"/>
                  <a:pt x="275659" y="133008"/>
                </a:cubicBezTo>
                <a:cubicBezTo>
                  <a:pt x="288317" y="111309"/>
                  <a:pt x="311825" y="101330"/>
                  <a:pt x="328233" y="110706"/>
                </a:cubicBezTo>
                <a:cubicBezTo>
                  <a:pt x="344641" y="120082"/>
                  <a:pt x="347722" y="145331"/>
                  <a:pt x="335064" y="167030"/>
                </a:cubicBezTo>
                <a:cubicBezTo>
                  <a:pt x="322406" y="188729"/>
                  <a:pt x="298899" y="198708"/>
                  <a:pt x="282491" y="189332"/>
                </a:cubicBezTo>
                <a:close/>
                <a:moveTo>
                  <a:pt x="207682" y="127047"/>
                </a:moveTo>
                <a:cubicBezTo>
                  <a:pt x="186050" y="119948"/>
                  <a:pt x="176272" y="90949"/>
                  <a:pt x="185849" y="62218"/>
                </a:cubicBezTo>
                <a:cubicBezTo>
                  <a:pt x="195426" y="33486"/>
                  <a:pt x="220742" y="15939"/>
                  <a:pt x="242374" y="23039"/>
                </a:cubicBezTo>
                <a:cubicBezTo>
                  <a:pt x="264006" y="30138"/>
                  <a:pt x="273784" y="59137"/>
                  <a:pt x="264207" y="87868"/>
                </a:cubicBezTo>
                <a:cubicBezTo>
                  <a:pt x="254630" y="116599"/>
                  <a:pt x="229314" y="134146"/>
                  <a:pt x="207682" y="127047"/>
                </a:cubicBezTo>
                <a:close/>
              </a:path>
            </a:pathLst>
          </a:custGeom>
          <a:solidFill>
            <a:srgbClr val="D8B4FE"/>
          </a:solidFill>
          <a:ln/>
        </p:spPr>
      </p:sp>
      <p:sp>
        <p:nvSpPr>
          <p:cNvPr id="22" name="Shape 20"/>
          <p:cNvSpPr/>
          <p:nvPr/>
        </p:nvSpPr>
        <p:spPr>
          <a:xfrm>
            <a:off x="6505575" y="64389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F9A8D4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604</Words>
  <Application>Microsoft Office PowerPoint</Application>
  <PresentationFormat>Widescreen</PresentationFormat>
  <Paragraphs>111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Quattrocento Sans</vt:lpstr>
      <vt:lpstr>MiSans</vt:lpstr>
      <vt:lpstr>Noto Sans SC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PetDoc: AI-Powered Pet Healthcare Platform</dc:title>
  <dc:subject>PetDoc: AI-Powered Pet Healthcare Platform</dc:subject>
  <dc:creator>Kimi</dc:creator>
  <cp:lastModifiedBy>Fariha Islam</cp:lastModifiedBy>
  <cp:revision>3</cp:revision>
  <dcterms:created xsi:type="dcterms:W3CDTF">2026-04-19T16:00:30Z</dcterms:created>
  <dcterms:modified xsi:type="dcterms:W3CDTF">2026-04-19T18:16:24Z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{"Label":"PetDoc: AI-Powered Pet Healthcare Platform","ContentProducer":"001191110108MACG2KBH8F10000","ProduceID":"19da6232-4fb2-8022-8000-000039eaae9d","ReservedCode1":"","ContentPropagator":"001191110108MACG2KBH8F20000","PropagateID":"19da6232-4fb2-8022-8000-000039eaae9d","ReservedCode2":""}</vt:lpwstr>
  </property>
</Properties>
</file>