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072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Smart Veterinary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AI-Based Disease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2D3A4A"/>
                </a:solidFill>
              </a:defRPr>
            </a:pPr>
            <a:r>
              <a:t>CSE 299 | Section 04 | Project Group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D3A4A"/>
                </a:solidFill>
              </a:defRPr>
            </a:pPr>
            <a:r>
              <a:t>• Rishat Bin Sultan (2312559042)</a:t>
            </a:r>
          </a:p>
          <a:p>
            <a:pPr>
              <a:spcBef>
                <a:spcPts val="800"/>
              </a:spcBef>
              <a:defRPr sz="1600">
                <a:solidFill>
                  <a:srgbClr val="2D3A4A"/>
                </a:solidFill>
              </a:defRPr>
            </a:pPr>
            <a:r>
              <a:t>• Fariha Islam (2311101642)</a:t>
            </a:r>
          </a:p>
          <a:p>
            <a:pPr>
              <a:spcBef>
                <a:spcPts val="800"/>
              </a:spcBef>
              <a:defRPr sz="1600">
                <a:solidFill>
                  <a:srgbClr val="2D3A4A"/>
                </a:solidFill>
              </a:defRPr>
            </a:pPr>
            <a:r>
              <a:t>• Nafia Haque Muskan (2311677042)</a:t>
            </a:r>
          </a:p>
          <a:p>
            <a:pPr>
              <a:spcBef>
                <a:spcPts val="800"/>
              </a:spcBef>
              <a:defRPr sz="1600">
                <a:solidFill>
                  <a:srgbClr val="2D3A4A"/>
                </a:solidFill>
              </a:defRPr>
            </a:pPr>
            <a:r>
              <a:t>• MD Tamim Hasan (2232239642)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Group 05 | Rishat Bin Sultan, Fariha Islam, Nafia Haque Muskan, MD Tamim Hasan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851358-12D4-41A2-A4EF-4A24B2B5B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622" y="2926080"/>
            <a:ext cx="6757940" cy="21340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200" b="1">
                <a:solidFill>
                  <a:srgbClr val="1A5F7A"/>
                </a:solidFill>
              </a:defRPr>
            </a:pPr>
            <a:r>
              <a:t>&gt;&gt; Objective</a:t>
            </a:r>
          </a:p>
          <a:p>
            <a:pPr>
              <a:spcBef>
                <a:spcPts val="400"/>
              </a:spcBef>
              <a:defRPr sz="1600">
                <a:solidFill>
                  <a:srgbClr val="2D3A4A"/>
                </a:solidFill>
              </a:defRPr>
            </a:pPr>
            <a:r>
              <a:t>Build a Smart Veterinary System with AI-powered disease detection for pets</a:t>
            </a:r>
          </a:p>
          <a:p>
            <a:pPr>
              <a:spcBef>
                <a:spcPts val="2000"/>
              </a:spcBef>
              <a:defRPr sz="2200" b="1">
                <a:solidFill>
                  <a:srgbClr val="1A5F7A"/>
                </a:solidFill>
              </a:defRPr>
            </a:pPr>
            <a:r>
              <a:t>&gt;&gt; Completed</a:t>
            </a:r>
          </a:p>
          <a:p>
            <a:pPr>
              <a:spcBef>
                <a:spcPts val="400"/>
              </a:spcBef>
              <a:defRPr sz="1600">
                <a:solidFill>
                  <a:srgbClr val="2D3A4A"/>
                </a:solidFill>
              </a:defRPr>
            </a:pPr>
            <a:r>
              <a:t>Account management, profile creation/editing, cart management, payment handling, order history</a:t>
            </a:r>
          </a:p>
          <a:p>
            <a:pPr>
              <a:spcBef>
                <a:spcPts val="2000"/>
              </a:spcBef>
              <a:defRPr sz="2200" b="1">
                <a:solidFill>
                  <a:srgbClr val="1A5F7A"/>
                </a:solidFill>
              </a:defRPr>
            </a:pPr>
            <a:r>
              <a:t>&gt;&gt; Tech Stack</a:t>
            </a:r>
          </a:p>
          <a:p>
            <a:pPr>
              <a:spcBef>
                <a:spcPts val="400"/>
              </a:spcBef>
              <a:defRPr sz="1600">
                <a:solidFill>
                  <a:srgbClr val="2D3A4A"/>
                </a:solidFill>
              </a:defRPr>
            </a:pPr>
            <a:r>
              <a:t>Django (Backend), Frontend pages, Database operations</a:t>
            </a:r>
          </a:p>
          <a:p>
            <a:pPr>
              <a:spcBef>
                <a:spcPts val="2000"/>
              </a:spcBef>
              <a:defRPr sz="2200" b="1">
                <a:solidFill>
                  <a:srgbClr val="1A5F7A"/>
                </a:solidFill>
              </a:defRPr>
            </a:pPr>
            <a:r>
              <a:t>&gt;&gt; Status</a:t>
            </a:r>
          </a:p>
          <a:p>
            <a:pPr>
              <a:spcBef>
                <a:spcPts val="400"/>
              </a:spcBef>
              <a:defRPr sz="1600">
                <a:solidFill>
                  <a:srgbClr val="2D3A4A"/>
                </a:solidFill>
              </a:defRPr>
            </a:pPr>
            <a:r>
              <a:t>Shop module &amp; user account functionalities completed successfully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Group 05 | Rishat Bin Sultan, Fariha Islam, Nafia Haque Muskan, MD Tamim Hasan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Weekly Progress &amp; Responsibilities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564769"/>
              </p:ext>
            </p:extLst>
          </p:nvPr>
        </p:nvGraphicFramePr>
        <p:xfrm>
          <a:off x="457200" y="137160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Completed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Responsible Member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Shop homepage &amp; product 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Rishat Bin Sultan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Account pages &amp; backend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Nafia Haque Muskan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Profile &amp; edit profile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Nafia Haque Muskan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dirty="0"/>
                        <a:t>Add-to-cart functionality</a:t>
                      </a:r>
                      <a:r>
                        <a:rPr lang="en-US" dirty="0"/>
                        <a:t> &amp; Managed product, </a:t>
                      </a:r>
                    </a:p>
                    <a:p>
                      <a:pPr algn="l">
                        <a:defRPr sz="1400"/>
                      </a:pPr>
                      <a:r>
                        <a:rPr lang="en-US" dirty="0"/>
                        <a:t>cart, and order-related database operations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Fariha Islam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Payment page &amp;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MD Tamim Hasan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Order history &amp;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MD Tamim Hasan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Testing &amp; debugging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dirty="0"/>
                        <a:t>All Members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Group 05 | Rishat Bin Sultan, Fariha Islam, Nafia Haque Muskan, MD Tamim Hasan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C91975-D048-0DA0-0E73-7A1C31134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9676"/>
            <a:ext cx="12192000" cy="5567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0A3FE8-E76A-B255-14B3-A29A98F04678}"/>
              </a:ext>
            </a:extLst>
          </p:cNvPr>
          <p:cNvSpPr txBox="1"/>
          <p:nvPr/>
        </p:nvSpPr>
        <p:spPr>
          <a:xfrm>
            <a:off x="185195" y="6528122"/>
            <a:ext cx="10428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 05 | Rishat Bin Sultan, Fariha Islam, Nafia Haque Muskan, MD Tamim Hasan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D9950-3C03-1E95-4D58-9C43B4A04F9C}"/>
              </a:ext>
            </a:extLst>
          </p:cNvPr>
          <p:cNvSpPr txBox="1"/>
          <p:nvPr/>
        </p:nvSpPr>
        <p:spPr>
          <a:xfrm>
            <a:off x="92597" y="92597"/>
            <a:ext cx="7523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MY ACCOUNT</a:t>
            </a:r>
          </a:p>
        </p:txBody>
      </p:sp>
    </p:spTree>
    <p:extLst>
      <p:ext uri="{BB962C8B-B14F-4D97-AF65-F5344CB8AC3E}">
        <p14:creationId xmlns:p14="http://schemas.microsoft.com/office/powerpoint/2010/main" val="1773760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02FB7C-7211-B78F-07CA-269520D0C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5504"/>
            <a:ext cx="12192000" cy="56484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FA1254-2B4F-82C8-2B0C-2E1BB4042C19}"/>
              </a:ext>
            </a:extLst>
          </p:cNvPr>
          <p:cNvSpPr txBox="1"/>
          <p:nvPr/>
        </p:nvSpPr>
        <p:spPr>
          <a:xfrm>
            <a:off x="277792" y="6504972"/>
            <a:ext cx="9907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 05 | Rishat Bin Sultan, Fariha Islam, Nafia Haque Muskan, MD Tamim Hasan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DB3E22-AD22-75EC-6171-68D0A1CAEC73}"/>
              </a:ext>
            </a:extLst>
          </p:cNvPr>
          <p:cNvSpPr txBox="1"/>
          <p:nvPr/>
        </p:nvSpPr>
        <p:spPr>
          <a:xfrm>
            <a:off x="127322" y="144684"/>
            <a:ext cx="77203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ADMIN DASHBOARD</a:t>
            </a:r>
          </a:p>
        </p:txBody>
      </p:sp>
    </p:spTree>
    <p:extLst>
      <p:ext uri="{BB962C8B-B14F-4D97-AF65-F5344CB8AC3E}">
        <p14:creationId xmlns:p14="http://schemas.microsoft.com/office/powerpoint/2010/main" val="2642677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Challenges &amp;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392B"/>
                </a:solidFill>
              </a:defRPr>
            </a:pPr>
            <a:r>
              <a:t>Challenges Faced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D3A4A"/>
                </a:solidFill>
              </a:defRPr>
            </a:pPr>
            <a:r>
              <a:t>• Coordinating frontend pages with backend functionality</a:t>
            </a:r>
          </a:p>
          <a:p>
            <a:pPr>
              <a:spcBef>
                <a:spcPts val="1000"/>
              </a:spcBef>
              <a:defRPr sz="1600">
                <a:solidFill>
                  <a:srgbClr val="2D3A4A"/>
                </a:solidFill>
              </a:defRPr>
            </a:pPr>
            <a:r>
              <a:t>• Cart updates &amp; payment flow structure</a:t>
            </a:r>
          </a:p>
          <a:p>
            <a:pPr>
              <a:spcBef>
                <a:spcPts val="1000"/>
              </a:spcBef>
              <a:defRPr sz="1600">
                <a:solidFill>
                  <a:srgbClr val="2D3A4A"/>
                </a:solidFill>
              </a:defRPr>
            </a:pPr>
            <a:r>
              <a:t>• Order tracking organization</a:t>
            </a:r>
          </a:p>
          <a:p>
            <a:pPr>
              <a:spcBef>
                <a:spcPts val="1000"/>
              </a:spcBef>
              <a:defRPr sz="1600">
                <a:solidFill>
                  <a:srgbClr val="2D3A4A"/>
                </a:solidFill>
              </a:defRPr>
            </a:pPr>
            <a:r>
              <a:t>• User authentication for profile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7AE60"/>
                </a:solidFill>
              </a:defRPr>
            </a:pPr>
            <a:r>
              <a:t>Key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D3A4A"/>
                </a:solidFill>
              </a:defRPr>
            </a:pPr>
            <a:r>
              <a:t>• Each member handles both frontend &amp; backend for consistency</a:t>
            </a:r>
          </a:p>
          <a:p>
            <a:pPr>
              <a:spcBef>
                <a:spcPts val="1000"/>
              </a:spcBef>
              <a:defRPr sz="1600">
                <a:solidFill>
                  <a:srgbClr val="2D3A4A"/>
                </a:solidFill>
              </a:defRPr>
            </a:pPr>
            <a:r>
              <a:t>• Focus shifted to AI-based disease detection</a:t>
            </a:r>
          </a:p>
          <a:p>
            <a:pPr>
              <a:spcBef>
                <a:spcPts val="1000"/>
              </a:spcBef>
              <a:defRPr sz="1600">
                <a:solidFill>
                  <a:srgbClr val="2D3A4A"/>
                </a:solidFill>
              </a:defRPr>
            </a:pPr>
            <a:r>
              <a:t>• Frontend development nearly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3891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86AB"/>
                </a:solidFill>
              </a:defRPr>
            </a:pPr>
            <a:r>
              <a:t>Teamwork = Success!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Group 05 | Rishat Bin Sultan, Fariha Islam, Nafia Haque Muskan, MD Tamim Hasan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Future Plan: AI Disease Detection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A4A"/>
                </a:solidFill>
              </a:defRPr>
            </a:pPr>
            <a:r>
              <a:t>Develop AI-based disease detection module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A4A"/>
                </a:solidFill>
              </a:defRPr>
            </a:pPr>
            <a:r>
              <a:t>Prepare &amp; preprocess pet disease datasets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A4A"/>
                </a:solidFill>
              </a:defRPr>
            </a:pPr>
            <a:r>
              <a:t>Implement ML models using Python &amp; Scikit-learn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8912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5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A4A"/>
                </a:solidFill>
              </a:defRPr>
            </a:pPr>
            <a:r>
              <a:t>Integrate AI model with Django backend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5303520"/>
            <a:ext cx="548640" cy="54864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9495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A4A"/>
                </a:solidFill>
              </a:defRPr>
            </a:pPr>
            <a:r>
              <a:t>Test &amp; evaluate prediction performance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Group 05 | Rishat Bin Sultan, Fariha Islam, Nafia Haque Muskan, MD Tamim Hasan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471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200" b="1">
                <a:solidFill>
                  <a:srgbClr val="1A5F7A"/>
                </a:solidFill>
              </a:defRPr>
            </a:pPr>
            <a:r>
              <a:t>&gt;&gt; Accomplished</a:t>
            </a:r>
          </a:p>
          <a:p>
            <a:pPr>
              <a:spcBef>
                <a:spcPts val="400"/>
              </a:spcBef>
              <a:defRPr sz="1600">
                <a:solidFill>
                  <a:srgbClr val="2D3A4A"/>
                </a:solidFill>
              </a:defRPr>
            </a:pPr>
            <a:r>
              <a:t>Shop system &amp; user account functionalities successfully developed</a:t>
            </a:r>
          </a:p>
          <a:p>
            <a:pPr>
              <a:spcBef>
                <a:spcPts val="2000"/>
              </a:spcBef>
              <a:defRPr sz="2200" b="1">
                <a:solidFill>
                  <a:srgbClr val="1A5F7A"/>
                </a:solidFill>
              </a:defRPr>
            </a:pPr>
            <a:r>
              <a:t>&gt;&gt; Features Delivered</a:t>
            </a:r>
          </a:p>
          <a:p>
            <a:pPr>
              <a:spcBef>
                <a:spcPts val="400"/>
              </a:spcBef>
              <a:defRPr sz="1600">
                <a:solidFill>
                  <a:srgbClr val="2D3A4A"/>
                </a:solidFill>
              </a:defRPr>
            </a:pPr>
            <a:r>
              <a:t>Account management, profile, cart, payment, order history</a:t>
            </a:r>
          </a:p>
          <a:p>
            <a:pPr>
              <a:spcBef>
                <a:spcPts val="2000"/>
              </a:spcBef>
              <a:defRPr sz="2200" b="1">
                <a:solidFill>
                  <a:srgbClr val="1A5F7A"/>
                </a:solidFill>
              </a:defRPr>
            </a:pPr>
            <a:r>
              <a:t>&gt;&gt; Development Approach</a:t>
            </a:r>
          </a:p>
          <a:p>
            <a:pPr>
              <a:spcBef>
                <a:spcPts val="400"/>
              </a:spcBef>
              <a:defRPr sz="1600">
                <a:solidFill>
                  <a:srgbClr val="2D3A4A"/>
                </a:solidFill>
              </a:defRPr>
            </a:pPr>
            <a:r>
              <a:t>Frontend + Backend integration by each team member</a:t>
            </a:r>
          </a:p>
          <a:p>
            <a:pPr>
              <a:spcBef>
                <a:spcPts val="2000"/>
              </a:spcBef>
              <a:defRPr sz="2200" b="1">
                <a:solidFill>
                  <a:srgbClr val="1A5F7A"/>
                </a:solidFill>
              </a:defRPr>
            </a:pPr>
            <a:r>
              <a:t>&gt;&gt; Next Phase</a:t>
            </a:r>
          </a:p>
          <a:p>
            <a:pPr>
              <a:spcBef>
                <a:spcPts val="400"/>
              </a:spcBef>
              <a:defRPr sz="1600">
                <a:solidFill>
                  <a:srgbClr val="2D3A4A"/>
                </a:solidFill>
              </a:defRPr>
            </a:pPr>
            <a:r>
              <a:t>AI-based disease detection using Python &amp;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E86AB"/>
                </a:solidFill>
              </a:defRPr>
            </a:pPr>
            <a:r>
              <a:t>Thank You!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Group 05 | Rishat Bin Sultan, Fariha Islam, Nafia Haque Muskan, MD Tamim Hasan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448</Words>
  <Application>Microsoft Office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Fariha Islam</dc:creator>
  <cp:keywords/>
  <dc:description>generated using python-pptx</dc:description>
  <cp:lastModifiedBy>Fariha Islam</cp:lastModifiedBy>
  <cp:revision>2</cp:revision>
  <dcterms:created xsi:type="dcterms:W3CDTF">2013-01-27T09:14:16Z</dcterms:created>
  <dcterms:modified xsi:type="dcterms:W3CDTF">2026-03-09T04:15:10Z</dcterms:modified>
  <cp:category/>
</cp:coreProperties>
</file>