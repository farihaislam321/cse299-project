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12192000"/>
  <p:embeddedFontLst>
    <p:embeddedFont>
      <p:font typeface="Hedvig Letters Sans" panose="020B0604020202020204" charset="0"/>
      <p:regular r:id="rId9"/>
    </p:embeddedFont>
    <p:embeddedFont>
      <p:font typeface="Quattrocento Sans" panose="020B0502050000020003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5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0a0fcfbcb6e120e6875003a12fcf7863bdd54a7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5000"/>
                </a:srgbClr>
              </a:gs>
              <a:gs pos="100000">
                <a:srgbClr val="14B8A6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6324600"/>
            <a:ext cx="4725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9423" y="6356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98498" y="632460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42521" y="121920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266700" y="0"/>
                </a:moveTo>
                <a:lnTo>
                  <a:pt x="1438275" y="0"/>
                </a:lnTo>
                <a:cubicBezTo>
                  <a:pt x="1585471" y="0"/>
                  <a:pt x="1704975" y="119504"/>
                  <a:pt x="1704975" y="266700"/>
                </a:cubicBezTo>
                <a:lnTo>
                  <a:pt x="1704975" y="266700"/>
                </a:lnTo>
                <a:cubicBezTo>
                  <a:pt x="1704975" y="413896"/>
                  <a:pt x="1585471" y="533400"/>
                  <a:pt x="14382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509221" y="1343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0876" y="51848"/>
                </a:moveTo>
                <a:cubicBezTo>
                  <a:pt x="138857" y="75791"/>
                  <a:pt x="130708" y="99957"/>
                  <a:pt x="112681" y="105873"/>
                </a:cubicBezTo>
                <a:cubicBezTo>
                  <a:pt x="94655" y="111789"/>
                  <a:pt x="73558" y="97166"/>
                  <a:pt x="65577" y="73223"/>
                </a:cubicBezTo>
                <a:cubicBezTo>
                  <a:pt x="57596" y="49281"/>
                  <a:pt x="65745" y="25115"/>
                  <a:pt x="83772" y="19199"/>
                </a:cubicBezTo>
                <a:cubicBezTo>
                  <a:pt x="101798" y="13283"/>
                  <a:pt x="122895" y="27905"/>
                  <a:pt x="130876" y="51848"/>
                </a:cubicBezTo>
                <a:close/>
                <a:moveTo>
                  <a:pt x="56034" y="110840"/>
                </a:moveTo>
                <a:cubicBezTo>
                  <a:pt x="66582" y="128922"/>
                  <a:pt x="64015" y="149963"/>
                  <a:pt x="50341" y="157776"/>
                </a:cubicBezTo>
                <a:cubicBezTo>
                  <a:pt x="36668" y="165590"/>
                  <a:pt x="17022" y="157274"/>
                  <a:pt x="6530" y="139192"/>
                </a:cubicBezTo>
                <a:cubicBezTo>
                  <a:pt x="-3963" y="121109"/>
                  <a:pt x="-1451" y="100068"/>
                  <a:pt x="12223" y="92255"/>
                </a:cubicBezTo>
                <a:cubicBezTo>
                  <a:pt x="25896" y="84441"/>
                  <a:pt x="45541" y="92757"/>
                  <a:pt x="56034" y="110840"/>
                </a:cubicBezTo>
                <a:close/>
                <a:moveTo>
                  <a:pt x="38621" y="223912"/>
                </a:moveTo>
                <a:cubicBezTo>
                  <a:pt x="67866" y="145052"/>
                  <a:pt x="119825" y="125016"/>
                  <a:pt x="142875" y="125016"/>
                </a:cubicBezTo>
                <a:cubicBezTo>
                  <a:pt x="165925" y="125016"/>
                  <a:pt x="217884" y="145052"/>
                  <a:pt x="247129" y="223912"/>
                </a:cubicBezTo>
                <a:cubicBezTo>
                  <a:pt x="249138" y="229326"/>
                  <a:pt x="250031" y="235130"/>
                  <a:pt x="250031" y="240934"/>
                </a:cubicBezTo>
                <a:lnTo>
                  <a:pt x="250031" y="241827"/>
                </a:lnTo>
                <a:cubicBezTo>
                  <a:pt x="250031" y="256226"/>
                  <a:pt x="238367" y="267891"/>
                  <a:pt x="223968" y="267891"/>
                </a:cubicBezTo>
                <a:cubicBezTo>
                  <a:pt x="217550" y="267891"/>
                  <a:pt x="211187" y="267109"/>
                  <a:pt x="204992" y="265547"/>
                </a:cubicBezTo>
                <a:lnTo>
                  <a:pt x="155879" y="253268"/>
                </a:lnTo>
                <a:cubicBezTo>
                  <a:pt x="147340" y="251147"/>
                  <a:pt x="138410" y="251147"/>
                  <a:pt x="129871" y="253268"/>
                </a:cubicBezTo>
                <a:lnTo>
                  <a:pt x="80758" y="265547"/>
                </a:lnTo>
                <a:cubicBezTo>
                  <a:pt x="74563" y="267109"/>
                  <a:pt x="68200" y="267891"/>
                  <a:pt x="61782" y="267891"/>
                </a:cubicBezTo>
                <a:cubicBezTo>
                  <a:pt x="47383" y="267891"/>
                  <a:pt x="35719" y="256226"/>
                  <a:pt x="35719" y="241827"/>
                </a:cubicBezTo>
                <a:lnTo>
                  <a:pt x="35719" y="240934"/>
                </a:lnTo>
                <a:cubicBezTo>
                  <a:pt x="35719" y="235130"/>
                  <a:pt x="36612" y="229326"/>
                  <a:pt x="38621" y="223912"/>
                </a:cubicBezTo>
                <a:close/>
                <a:moveTo>
                  <a:pt x="235409" y="157776"/>
                </a:moveTo>
                <a:cubicBezTo>
                  <a:pt x="221735" y="149963"/>
                  <a:pt x="219168" y="128922"/>
                  <a:pt x="229716" y="110840"/>
                </a:cubicBezTo>
                <a:cubicBezTo>
                  <a:pt x="240264" y="92757"/>
                  <a:pt x="259854" y="84441"/>
                  <a:pt x="273527" y="92255"/>
                </a:cubicBezTo>
                <a:cubicBezTo>
                  <a:pt x="287201" y="100068"/>
                  <a:pt x="289768" y="121109"/>
                  <a:pt x="279220" y="139192"/>
                </a:cubicBezTo>
                <a:cubicBezTo>
                  <a:pt x="268672" y="157274"/>
                  <a:pt x="249082" y="165590"/>
                  <a:pt x="235409" y="157776"/>
                </a:cubicBezTo>
                <a:close/>
                <a:moveTo>
                  <a:pt x="173069" y="105873"/>
                </a:moveTo>
                <a:cubicBezTo>
                  <a:pt x="155042" y="99957"/>
                  <a:pt x="146893" y="75791"/>
                  <a:pt x="154874" y="51848"/>
                </a:cubicBezTo>
                <a:cubicBezTo>
                  <a:pt x="162855" y="27905"/>
                  <a:pt x="183952" y="13283"/>
                  <a:pt x="201978" y="19199"/>
                </a:cubicBezTo>
                <a:cubicBezTo>
                  <a:pt x="220005" y="25115"/>
                  <a:pt x="228154" y="49281"/>
                  <a:pt x="220173" y="73223"/>
                </a:cubicBezTo>
                <a:cubicBezTo>
                  <a:pt x="212192" y="97166"/>
                  <a:pt x="191095" y="111789"/>
                  <a:pt x="173069" y="1058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885458" y="1333500"/>
            <a:ext cx="89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45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Petdoc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84538" y="2286000"/>
            <a:ext cx="5619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Veterinary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17788" y="4229100"/>
            <a:ext cx="535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Disease Detection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59883" y="4838700"/>
            <a:ext cx="3276600" cy="800100"/>
          </a:xfrm>
          <a:custGeom>
            <a:avLst/>
            <a:gdLst/>
            <a:ahLst/>
            <a:cxnLst/>
            <a:rect l="l" t="t" r="r" b="b"/>
            <a:pathLst>
              <a:path w="3276600" h="800100">
                <a:moveTo>
                  <a:pt x="152403" y="0"/>
                </a:moveTo>
                <a:lnTo>
                  <a:pt x="3124197" y="0"/>
                </a:lnTo>
                <a:cubicBezTo>
                  <a:pt x="3208367" y="0"/>
                  <a:pt x="3276600" y="68233"/>
                  <a:pt x="3276600" y="152403"/>
                </a:cubicBezTo>
                <a:lnTo>
                  <a:pt x="3276600" y="647697"/>
                </a:lnTo>
                <a:cubicBezTo>
                  <a:pt x="3276600" y="731867"/>
                  <a:pt x="3208367" y="800100"/>
                  <a:pt x="31241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784924" y="5095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4271" y="499110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CSE 299 Progress Report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74271" y="52578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04 | Group 05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09221" y="1329519"/>
            <a:ext cx="303876" cy="312761"/>
          </a:xfrm>
          <a:custGeom>
            <a:avLst/>
            <a:gdLst/>
            <a:ahLst/>
            <a:cxnLst/>
            <a:rect l="l" t="t" r="r" b="b"/>
            <a:pathLst>
              <a:path w="303876" h="312761">
                <a:moveTo>
                  <a:pt x="33764" y="58643"/>
                </a:moveTo>
                <a:cubicBezTo>
                  <a:pt x="61725" y="58643"/>
                  <a:pt x="84410" y="84910"/>
                  <a:pt x="84410" y="117285"/>
                </a:cubicBezTo>
                <a:lnTo>
                  <a:pt x="84410" y="169697"/>
                </a:lnTo>
                <a:cubicBezTo>
                  <a:pt x="100079" y="142392"/>
                  <a:pt x="125454" y="123150"/>
                  <a:pt x="154787" y="118385"/>
                </a:cubicBezTo>
                <a:cubicBezTo>
                  <a:pt x="168292" y="155037"/>
                  <a:pt x="199735" y="180754"/>
                  <a:pt x="236348" y="180754"/>
                </a:cubicBezTo>
                <a:cubicBezTo>
                  <a:pt x="242098" y="180754"/>
                  <a:pt x="247743" y="180082"/>
                  <a:pt x="253230" y="178860"/>
                </a:cubicBezTo>
                <a:lnTo>
                  <a:pt x="253230" y="293214"/>
                </a:lnTo>
                <a:cubicBezTo>
                  <a:pt x="253230" y="304026"/>
                  <a:pt x="245686" y="312761"/>
                  <a:pt x="236348" y="312761"/>
                </a:cubicBezTo>
                <a:cubicBezTo>
                  <a:pt x="227010" y="312761"/>
                  <a:pt x="219466" y="304026"/>
                  <a:pt x="219466" y="293214"/>
                </a:cubicBezTo>
                <a:lnTo>
                  <a:pt x="219466" y="207204"/>
                </a:lnTo>
                <a:lnTo>
                  <a:pt x="147717" y="273666"/>
                </a:lnTo>
                <a:lnTo>
                  <a:pt x="177261" y="273666"/>
                </a:lnTo>
                <a:cubicBezTo>
                  <a:pt x="186599" y="273666"/>
                  <a:pt x="194143" y="282401"/>
                  <a:pt x="194143" y="293214"/>
                </a:cubicBezTo>
                <a:cubicBezTo>
                  <a:pt x="194143" y="304026"/>
                  <a:pt x="186599" y="312761"/>
                  <a:pt x="177261" y="312761"/>
                </a:cubicBezTo>
                <a:lnTo>
                  <a:pt x="101292" y="312761"/>
                </a:lnTo>
                <a:cubicBezTo>
                  <a:pt x="73331" y="312761"/>
                  <a:pt x="50646" y="286494"/>
                  <a:pt x="50646" y="254118"/>
                </a:cubicBezTo>
                <a:lnTo>
                  <a:pt x="50646" y="117285"/>
                </a:lnTo>
                <a:cubicBezTo>
                  <a:pt x="50646" y="107145"/>
                  <a:pt x="43999" y="98837"/>
                  <a:pt x="35505" y="97860"/>
                </a:cubicBezTo>
                <a:lnTo>
                  <a:pt x="32023" y="97677"/>
                </a:lnTo>
                <a:cubicBezTo>
                  <a:pt x="23529" y="96638"/>
                  <a:pt x="16882" y="88331"/>
                  <a:pt x="16882" y="78190"/>
                </a:cubicBezTo>
                <a:cubicBezTo>
                  <a:pt x="16882" y="67378"/>
                  <a:pt x="24426" y="58643"/>
                  <a:pt x="33764" y="58643"/>
                </a:cubicBezTo>
                <a:close/>
                <a:moveTo>
                  <a:pt x="281613" y="1955"/>
                </a:moveTo>
                <a:cubicBezTo>
                  <a:pt x="287099" y="-3360"/>
                  <a:pt x="295435" y="1161"/>
                  <a:pt x="295435" y="9468"/>
                </a:cubicBezTo>
                <a:lnTo>
                  <a:pt x="295435" y="78190"/>
                </a:lnTo>
                <a:cubicBezTo>
                  <a:pt x="295435" y="116003"/>
                  <a:pt x="269004" y="146607"/>
                  <a:pt x="236348" y="146607"/>
                </a:cubicBezTo>
                <a:cubicBezTo>
                  <a:pt x="203692" y="146607"/>
                  <a:pt x="177261" y="116003"/>
                  <a:pt x="177261" y="78190"/>
                </a:cubicBezTo>
                <a:lnTo>
                  <a:pt x="177261" y="9468"/>
                </a:lnTo>
                <a:cubicBezTo>
                  <a:pt x="177261" y="1161"/>
                  <a:pt x="185596" y="-3360"/>
                  <a:pt x="191083" y="1955"/>
                </a:cubicBezTo>
                <a:lnTo>
                  <a:pt x="219466" y="29321"/>
                </a:lnTo>
                <a:lnTo>
                  <a:pt x="253230" y="29321"/>
                </a:lnTo>
                <a:lnTo>
                  <a:pt x="281613" y="1955"/>
                </a:lnTo>
                <a:close/>
                <a:moveTo>
                  <a:pt x="211025" y="65973"/>
                </a:moveTo>
                <a:cubicBezTo>
                  <a:pt x="205202" y="65973"/>
                  <a:pt x="200474" y="71447"/>
                  <a:pt x="200474" y="78190"/>
                </a:cubicBezTo>
                <a:cubicBezTo>
                  <a:pt x="200474" y="84933"/>
                  <a:pt x="205202" y="90408"/>
                  <a:pt x="211025" y="90408"/>
                </a:cubicBezTo>
                <a:cubicBezTo>
                  <a:pt x="216848" y="90408"/>
                  <a:pt x="221576" y="84933"/>
                  <a:pt x="221576" y="78190"/>
                </a:cubicBezTo>
                <a:cubicBezTo>
                  <a:pt x="221576" y="71447"/>
                  <a:pt x="216848" y="65973"/>
                  <a:pt x="211025" y="65973"/>
                </a:cubicBezTo>
                <a:close/>
                <a:moveTo>
                  <a:pt x="261671" y="65973"/>
                </a:moveTo>
                <a:cubicBezTo>
                  <a:pt x="255848" y="65973"/>
                  <a:pt x="251120" y="71447"/>
                  <a:pt x="251120" y="78190"/>
                </a:cubicBezTo>
                <a:cubicBezTo>
                  <a:pt x="251120" y="84933"/>
                  <a:pt x="255848" y="90408"/>
                  <a:pt x="261671" y="90408"/>
                </a:cubicBezTo>
                <a:cubicBezTo>
                  <a:pt x="267494" y="90408"/>
                  <a:pt x="272222" y="84933"/>
                  <a:pt x="272222" y="78190"/>
                </a:cubicBezTo>
                <a:cubicBezTo>
                  <a:pt x="272222" y="71447"/>
                  <a:pt x="267494" y="65973"/>
                  <a:pt x="261671" y="65973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2DC74-D272-F65D-1D60-4624EDD1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3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81125" cy="381000"/>
          </a:xfrm>
          <a:custGeom>
            <a:avLst/>
            <a:gdLst/>
            <a:ahLst/>
            <a:cxnLst/>
            <a:rect l="l" t="t" r="r" b="b"/>
            <a:pathLst>
              <a:path w="1381125" h="381000">
                <a:moveTo>
                  <a:pt x="190500" y="0"/>
                </a:moveTo>
                <a:lnTo>
                  <a:pt x="1190625" y="0"/>
                </a:lnTo>
                <a:cubicBezTo>
                  <a:pt x="1295765" y="0"/>
                  <a:pt x="1381125" y="85360"/>
                  <a:pt x="1381125" y="190500"/>
                </a:cubicBezTo>
                <a:lnTo>
                  <a:pt x="1381125" y="190500"/>
                </a:lnTo>
                <a:cubicBezTo>
                  <a:pt x="1381125" y="295640"/>
                  <a:pt x="1295765" y="381000"/>
                  <a:pt x="11906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213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3913" y="4572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Homepage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09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professional, and user-friendly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885950"/>
            <a:ext cx="6724650" cy="4514850"/>
          </a:xfrm>
          <a:custGeom>
            <a:avLst/>
            <a:gdLst/>
            <a:ahLst/>
            <a:cxnLst/>
            <a:rect l="l" t="t" r="r" b="b"/>
            <a:pathLst>
              <a:path w="6724650" h="4514850">
                <a:moveTo>
                  <a:pt x="228592" y="0"/>
                </a:moveTo>
                <a:lnTo>
                  <a:pt x="6496058" y="0"/>
                </a:lnTo>
                <a:cubicBezTo>
                  <a:pt x="6622306" y="0"/>
                  <a:pt x="6724650" y="94014"/>
                  <a:pt x="6724650" y="209986"/>
                </a:cubicBezTo>
                <a:lnTo>
                  <a:pt x="6724650" y="4304864"/>
                </a:lnTo>
                <a:cubicBezTo>
                  <a:pt x="6724650" y="4420836"/>
                  <a:pt x="6622306" y="4514850"/>
                  <a:pt x="6496058" y="4514850"/>
                </a:cubicBezTo>
                <a:lnTo>
                  <a:pt x="228592" y="4514850"/>
                </a:lnTo>
                <a:cubicBezTo>
                  <a:pt x="102344" y="4514850"/>
                  <a:pt x="0" y="4420836"/>
                  <a:pt x="0" y="4304864"/>
                </a:cubicBezTo>
                <a:lnTo>
                  <a:pt x="0" y="209986"/>
                </a:lnTo>
                <a:cubicBezTo>
                  <a:pt x="0" y="94014"/>
                  <a:pt x="102344" y="0"/>
                  <a:pt x="228592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0D9488">
                <a:alpha val="20000"/>
              </a:srgbClr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pic>
        <p:nvPicPr>
          <p:cNvPr id="8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885950"/>
            <a:ext cx="6686550" cy="4514850"/>
          </a:xfrm>
          <a:prstGeom prst="roundRect">
            <a:avLst>
              <a:gd name="adj" fmla="val 4688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395171" y="1866900"/>
            <a:ext cx="4419600" cy="1181100"/>
          </a:xfrm>
          <a:custGeom>
            <a:avLst/>
            <a:gdLst/>
            <a:ahLst/>
            <a:cxnLst/>
            <a:rect l="l" t="t" r="r" b="b"/>
            <a:pathLst>
              <a:path w="4419600" h="1181100">
                <a:moveTo>
                  <a:pt x="38100" y="0"/>
                </a:moveTo>
                <a:lnTo>
                  <a:pt x="4267203" y="0"/>
                </a:lnTo>
                <a:cubicBezTo>
                  <a:pt x="4351369" y="0"/>
                  <a:pt x="4419600" y="68231"/>
                  <a:pt x="4419600" y="152397"/>
                </a:cubicBezTo>
                <a:lnTo>
                  <a:pt x="4419600" y="1028703"/>
                </a:lnTo>
                <a:cubicBezTo>
                  <a:pt x="4419600" y="1112869"/>
                  <a:pt x="4351369" y="1181100"/>
                  <a:pt x="4267203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95171" y="1866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7604721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7738071" y="2190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3361" y="3200"/>
                </a:moveTo>
                <a:cubicBezTo>
                  <a:pt x="98785" y="-1042"/>
                  <a:pt x="91715" y="-1042"/>
                  <a:pt x="87176" y="3200"/>
                </a:cubicBezTo>
                <a:lnTo>
                  <a:pt x="3832" y="80590"/>
                </a:lnTo>
                <a:cubicBezTo>
                  <a:pt x="260" y="83939"/>
                  <a:pt x="-930" y="89111"/>
                  <a:pt x="856" y="93650"/>
                </a:cubicBezTo>
                <a:cubicBezTo>
                  <a:pt x="2642" y="98189"/>
                  <a:pt x="6995" y="101203"/>
                  <a:pt x="11906" y="101203"/>
                </a:cubicBezTo>
                <a:lnTo>
                  <a:pt x="17859" y="101203"/>
                </a:lnTo>
                <a:lnTo>
                  <a:pt x="17859" y="166688"/>
                </a:lnTo>
                <a:cubicBezTo>
                  <a:pt x="17859" y="179822"/>
                  <a:pt x="28538" y="190500"/>
                  <a:pt x="41672" y="190500"/>
                </a:cubicBezTo>
                <a:lnTo>
                  <a:pt x="148828" y="190500"/>
                </a:lnTo>
                <a:cubicBezTo>
                  <a:pt x="161962" y="190500"/>
                  <a:pt x="172641" y="179822"/>
                  <a:pt x="172641" y="166688"/>
                </a:cubicBezTo>
                <a:lnTo>
                  <a:pt x="172641" y="101203"/>
                </a:lnTo>
                <a:lnTo>
                  <a:pt x="178594" y="101203"/>
                </a:lnTo>
                <a:cubicBezTo>
                  <a:pt x="183505" y="101203"/>
                  <a:pt x="187896" y="98189"/>
                  <a:pt x="189681" y="93650"/>
                </a:cubicBezTo>
                <a:cubicBezTo>
                  <a:pt x="191467" y="89111"/>
                  <a:pt x="190277" y="83902"/>
                  <a:pt x="186705" y="80590"/>
                </a:cubicBezTo>
                <a:lnTo>
                  <a:pt x="103361" y="3200"/>
                </a:lnTo>
                <a:close/>
                <a:moveTo>
                  <a:pt x="89297" y="119063"/>
                </a:moveTo>
                <a:lnTo>
                  <a:pt x="101203" y="119063"/>
                </a:lnTo>
                <a:cubicBezTo>
                  <a:pt x="111063" y="119063"/>
                  <a:pt x="119063" y="127062"/>
                  <a:pt x="119063" y="136922"/>
                </a:cubicBezTo>
                <a:lnTo>
                  <a:pt x="119063" y="172641"/>
                </a:lnTo>
                <a:lnTo>
                  <a:pt x="71438" y="172641"/>
                </a:lnTo>
                <a:lnTo>
                  <a:pt x="71438" y="136922"/>
                </a:lnTo>
                <a:cubicBezTo>
                  <a:pt x="71438" y="127062"/>
                  <a:pt x="79437" y="119063"/>
                  <a:pt x="89297" y="1190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176221" y="21526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Modern Navigation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04721" y="2628900"/>
            <a:ext cx="40957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menu with Home, Shop, and Appointment access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95171" y="3200400"/>
            <a:ext cx="4419600" cy="1181100"/>
          </a:xfrm>
          <a:custGeom>
            <a:avLst/>
            <a:gdLst/>
            <a:ahLst/>
            <a:cxnLst/>
            <a:rect l="l" t="t" r="r" b="b"/>
            <a:pathLst>
              <a:path w="4419600" h="1181100">
                <a:moveTo>
                  <a:pt x="38100" y="0"/>
                </a:moveTo>
                <a:lnTo>
                  <a:pt x="4267203" y="0"/>
                </a:lnTo>
                <a:cubicBezTo>
                  <a:pt x="4351369" y="0"/>
                  <a:pt x="4419600" y="68231"/>
                  <a:pt x="4419600" y="152397"/>
                </a:cubicBezTo>
                <a:lnTo>
                  <a:pt x="4419600" y="1028703"/>
                </a:lnTo>
                <a:cubicBezTo>
                  <a:pt x="4419600" y="1112869"/>
                  <a:pt x="4351369" y="1181100"/>
                  <a:pt x="4267203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95171" y="32004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7" name="Shape 14"/>
          <p:cNvSpPr/>
          <p:nvPr/>
        </p:nvSpPr>
        <p:spPr>
          <a:xfrm>
            <a:off x="7604721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14258" y="3524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176221" y="34861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Assistant Button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04721" y="39624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access to disease detection feature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95171" y="4533900"/>
            <a:ext cx="4419600" cy="1181100"/>
          </a:xfrm>
          <a:custGeom>
            <a:avLst/>
            <a:gdLst/>
            <a:ahLst/>
            <a:cxnLst/>
            <a:rect l="l" t="t" r="r" b="b"/>
            <a:pathLst>
              <a:path w="4419600" h="1181100">
                <a:moveTo>
                  <a:pt x="38100" y="0"/>
                </a:moveTo>
                <a:lnTo>
                  <a:pt x="4267203" y="0"/>
                </a:lnTo>
                <a:cubicBezTo>
                  <a:pt x="4351369" y="0"/>
                  <a:pt x="4419600" y="68231"/>
                  <a:pt x="4419600" y="152397"/>
                </a:cubicBezTo>
                <a:lnTo>
                  <a:pt x="4419600" y="1028703"/>
                </a:lnTo>
                <a:cubicBezTo>
                  <a:pt x="4419600" y="1112869"/>
                  <a:pt x="4351369" y="1181100"/>
                  <a:pt x="4267203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95171" y="4533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Shape 20"/>
          <p:cNvSpPr/>
          <p:nvPr/>
        </p:nvSpPr>
        <p:spPr>
          <a:xfrm>
            <a:off x="7604721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Shape 21"/>
          <p:cNvSpPr/>
          <p:nvPr/>
        </p:nvSpPr>
        <p:spPr>
          <a:xfrm>
            <a:off x="7749977" y="4857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8176221" y="48196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Appointment CTA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04721" y="52959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Prominent button for booking vet consultations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76121" y="5867400"/>
            <a:ext cx="4438650" cy="952500"/>
          </a:xfrm>
          <a:custGeom>
            <a:avLst/>
            <a:gdLst/>
            <a:ahLst/>
            <a:cxnLst/>
            <a:rect l="l" t="t" r="r" b="b"/>
            <a:pathLst>
              <a:path w="4438650" h="952500">
                <a:moveTo>
                  <a:pt x="152400" y="0"/>
                </a:moveTo>
                <a:lnTo>
                  <a:pt x="4286250" y="0"/>
                </a:lnTo>
                <a:cubicBezTo>
                  <a:pt x="4370362" y="0"/>
                  <a:pt x="4438650" y="68288"/>
                  <a:pt x="4438650" y="152400"/>
                </a:cubicBezTo>
                <a:lnTo>
                  <a:pt x="4438650" y="800100"/>
                </a:lnTo>
                <a:cubicBezTo>
                  <a:pt x="4438650" y="884212"/>
                  <a:pt x="4370362" y="952500"/>
                  <a:pt x="4286250" y="952500"/>
                </a:cubicBezTo>
                <a:lnTo>
                  <a:pt x="152400" y="952500"/>
                </a:lnTo>
                <a:cubicBezTo>
                  <a:pt x="68288" y="952500"/>
                  <a:pt x="0" y="884212"/>
                  <a:pt x="0" y="80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8" name="Shape 25"/>
          <p:cNvSpPr/>
          <p:nvPr/>
        </p:nvSpPr>
        <p:spPr>
          <a:xfrm>
            <a:off x="7601149" y="610870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842846" y="6057900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Tagline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66621" y="640080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"Advanced Medical Care for Your Pet"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57213" y="6400800"/>
            <a:ext cx="484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pic>
        <p:nvPicPr>
          <p:cNvPr id="33" name="Image 1" descr="https://kimi-img.moonshot.cn/pub/slides/26-03-02-04:52:23-d6iae1vgt7effd1unh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885950"/>
            <a:ext cx="6743700" cy="44773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1358832" cy="374850"/>
          </a:xfrm>
          <a:custGeom>
            <a:avLst/>
            <a:gdLst/>
            <a:ahLst/>
            <a:cxnLst/>
            <a:rect l="l" t="t" r="r" b="b"/>
            <a:pathLst>
              <a:path w="1358832" h="374850">
                <a:moveTo>
                  <a:pt x="187425" y="0"/>
                </a:moveTo>
                <a:lnTo>
                  <a:pt x="1171407" y="0"/>
                </a:lnTo>
                <a:cubicBezTo>
                  <a:pt x="1274919" y="0"/>
                  <a:pt x="1358832" y="83913"/>
                  <a:pt x="1358832" y="187425"/>
                </a:cubicBezTo>
                <a:lnTo>
                  <a:pt x="1358832" y="187425"/>
                </a:lnTo>
                <a:cubicBezTo>
                  <a:pt x="1358832" y="290937"/>
                  <a:pt x="1274919" y="374850"/>
                  <a:pt x="1171407" y="374850"/>
                </a:cubicBezTo>
                <a:lnTo>
                  <a:pt x="187425" y="374850"/>
                </a:lnTo>
                <a:cubicBezTo>
                  <a:pt x="83982" y="374850"/>
                  <a:pt x="0" y="290868"/>
                  <a:pt x="0" y="187425"/>
                </a:cubicBezTo>
                <a:lnTo>
                  <a:pt x="0" y="187425"/>
                </a:lnTo>
                <a:cubicBezTo>
                  <a:pt x="0" y="83982"/>
                  <a:pt x="83982" y="0"/>
                  <a:pt x="187425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218" y="47793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21085" y="10543"/>
                </a:moveTo>
                <a:cubicBezTo>
                  <a:pt x="9455" y="10543"/>
                  <a:pt x="0" y="19998"/>
                  <a:pt x="0" y="31628"/>
                </a:cubicBezTo>
                <a:lnTo>
                  <a:pt x="0" y="115969"/>
                </a:lnTo>
                <a:cubicBezTo>
                  <a:pt x="0" y="127599"/>
                  <a:pt x="9455" y="137055"/>
                  <a:pt x="21085" y="137055"/>
                </a:cubicBezTo>
                <a:lnTo>
                  <a:pt x="68527" y="137055"/>
                </a:lnTo>
                <a:lnTo>
                  <a:pt x="63256" y="152869"/>
                </a:lnTo>
                <a:lnTo>
                  <a:pt x="39535" y="152869"/>
                </a:lnTo>
                <a:cubicBezTo>
                  <a:pt x="35153" y="152869"/>
                  <a:pt x="31628" y="156394"/>
                  <a:pt x="31628" y="160776"/>
                </a:cubicBezTo>
                <a:cubicBezTo>
                  <a:pt x="31628" y="165157"/>
                  <a:pt x="35153" y="168683"/>
                  <a:pt x="39535" y="168683"/>
                </a:cubicBezTo>
                <a:lnTo>
                  <a:pt x="129148" y="168683"/>
                </a:lnTo>
                <a:cubicBezTo>
                  <a:pt x="133529" y="168683"/>
                  <a:pt x="137055" y="165157"/>
                  <a:pt x="137055" y="160776"/>
                </a:cubicBezTo>
                <a:cubicBezTo>
                  <a:pt x="137055" y="156394"/>
                  <a:pt x="133529" y="152869"/>
                  <a:pt x="129148" y="152869"/>
                </a:cubicBezTo>
                <a:lnTo>
                  <a:pt x="105427" y="152869"/>
                </a:lnTo>
                <a:lnTo>
                  <a:pt x="100155" y="137055"/>
                </a:lnTo>
                <a:lnTo>
                  <a:pt x="147597" y="137055"/>
                </a:lnTo>
                <a:cubicBezTo>
                  <a:pt x="159227" y="137055"/>
                  <a:pt x="168683" y="127599"/>
                  <a:pt x="168683" y="115969"/>
                </a:cubicBezTo>
                <a:lnTo>
                  <a:pt x="168683" y="31628"/>
                </a:lnTo>
                <a:cubicBezTo>
                  <a:pt x="168683" y="19998"/>
                  <a:pt x="159227" y="10543"/>
                  <a:pt x="147597" y="10543"/>
                </a:cubicBezTo>
                <a:lnTo>
                  <a:pt x="21085" y="10543"/>
                </a:lnTo>
                <a:close/>
                <a:moveTo>
                  <a:pt x="31628" y="31628"/>
                </a:moveTo>
                <a:lnTo>
                  <a:pt x="137055" y="31628"/>
                </a:lnTo>
                <a:cubicBezTo>
                  <a:pt x="142886" y="31628"/>
                  <a:pt x="147597" y="36339"/>
                  <a:pt x="147597" y="42171"/>
                </a:cubicBezTo>
                <a:lnTo>
                  <a:pt x="147597" y="94884"/>
                </a:lnTo>
                <a:cubicBezTo>
                  <a:pt x="147597" y="100715"/>
                  <a:pt x="142886" y="105427"/>
                  <a:pt x="137055" y="105427"/>
                </a:cubicBezTo>
                <a:lnTo>
                  <a:pt x="31628" y="105427"/>
                </a:lnTo>
                <a:cubicBezTo>
                  <a:pt x="25797" y="105427"/>
                  <a:pt x="21085" y="100715"/>
                  <a:pt x="21085" y="94884"/>
                </a:cubicBezTo>
                <a:lnTo>
                  <a:pt x="21085" y="42171"/>
                </a:lnTo>
                <a:cubicBezTo>
                  <a:pt x="21085" y="36339"/>
                  <a:pt x="25797" y="31628"/>
                  <a:pt x="31628" y="31628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10613" y="449820"/>
            <a:ext cx="84341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850" y="862155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850" y="1386945"/>
            <a:ext cx="1153601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and seamless authentication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221" y="1846137"/>
            <a:ext cx="4423231" cy="1180778"/>
          </a:xfrm>
          <a:custGeom>
            <a:avLst/>
            <a:gdLst/>
            <a:ahLst/>
            <a:cxnLst/>
            <a:rect l="l" t="t" r="r" b="b"/>
            <a:pathLst>
              <a:path w="4423231" h="1180778">
                <a:moveTo>
                  <a:pt x="149935" y="0"/>
                </a:moveTo>
                <a:lnTo>
                  <a:pt x="4273296" y="0"/>
                </a:lnTo>
                <a:cubicBezTo>
                  <a:pt x="4356103" y="0"/>
                  <a:pt x="4423231" y="67128"/>
                  <a:pt x="4423231" y="149935"/>
                </a:cubicBezTo>
                <a:lnTo>
                  <a:pt x="4423231" y="1030843"/>
                </a:lnTo>
                <a:cubicBezTo>
                  <a:pt x="4423231" y="1113650"/>
                  <a:pt x="4356103" y="1180778"/>
                  <a:pt x="4273296" y="1180778"/>
                </a:cubicBezTo>
                <a:lnTo>
                  <a:pt x="149935" y="1180778"/>
                </a:lnTo>
                <a:cubicBezTo>
                  <a:pt x="67184" y="1180778"/>
                  <a:pt x="0" y="1113594"/>
                  <a:pt x="0" y="1030843"/>
                </a:cubicBezTo>
                <a:lnTo>
                  <a:pt x="0" y="149935"/>
                </a:lnTo>
                <a:cubicBezTo>
                  <a:pt x="0" y="67184"/>
                  <a:pt x="67184" y="0"/>
                  <a:pt x="149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FFFFFF"/>
              </a:gs>
            </a:gsLst>
            <a:lin ang="2700000" scaled="1"/>
          </a:gradFill>
          <a:ln w="25400">
            <a:solidFill>
              <a:srgbClr val="0D9488">
                <a:alpha val="20000"/>
              </a:srgb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018" y="2042933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712215" y="2174131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7571" y="23428"/>
                </a:moveTo>
                <a:cubicBezTo>
                  <a:pt x="7870" y="23428"/>
                  <a:pt x="0" y="31299"/>
                  <a:pt x="0" y="40999"/>
                </a:cubicBezTo>
                <a:cubicBezTo>
                  <a:pt x="0" y="46527"/>
                  <a:pt x="2599" y="51725"/>
                  <a:pt x="7028" y="55056"/>
                </a:cubicBezTo>
                <a:lnTo>
                  <a:pt x="83170" y="112162"/>
                </a:lnTo>
                <a:cubicBezTo>
                  <a:pt x="89430" y="116848"/>
                  <a:pt x="97995" y="116848"/>
                  <a:pt x="104255" y="112162"/>
                </a:cubicBezTo>
                <a:lnTo>
                  <a:pt x="180397" y="55056"/>
                </a:lnTo>
                <a:cubicBezTo>
                  <a:pt x="184826" y="51725"/>
                  <a:pt x="187425" y="46527"/>
                  <a:pt x="187425" y="40999"/>
                </a:cubicBezTo>
                <a:cubicBezTo>
                  <a:pt x="187425" y="31299"/>
                  <a:pt x="179555" y="23428"/>
                  <a:pt x="169854" y="23428"/>
                </a:cubicBezTo>
                <a:lnTo>
                  <a:pt x="17571" y="23428"/>
                </a:lnTo>
                <a:close/>
                <a:moveTo>
                  <a:pt x="0" y="71749"/>
                </a:moveTo>
                <a:lnTo>
                  <a:pt x="0" y="140569"/>
                </a:lnTo>
                <a:cubicBezTo>
                  <a:pt x="0" y="153491"/>
                  <a:pt x="10506" y="163997"/>
                  <a:pt x="23428" y="163997"/>
                </a:cubicBezTo>
                <a:lnTo>
                  <a:pt x="163997" y="163997"/>
                </a:lnTo>
                <a:cubicBezTo>
                  <a:pt x="176919" y="163997"/>
                  <a:pt x="187425" y="153491"/>
                  <a:pt x="187425" y="140569"/>
                </a:cubicBezTo>
                <a:lnTo>
                  <a:pt x="187425" y="71749"/>
                </a:lnTo>
                <a:lnTo>
                  <a:pt x="114798" y="126219"/>
                </a:lnTo>
                <a:cubicBezTo>
                  <a:pt x="102315" y="135590"/>
                  <a:pt x="85110" y="135590"/>
                  <a:pt x="72627" y="126219"/>
                </a:cubicBezTo>
                <a:lnTo>
                  <a:pt x="0" y="717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293" y="2136646"/>
            <a:ext cx="175242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Email 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18" y="2605208"/>
            <a:ext cx="410460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email and password fields with validation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221" y="3195597"/>
            <a:ext cx="4423231" cy="1180778"/>
          </a:xfrm>
          <a:custGeom>
            <a:avLst/>
            <a:gdLst/>
            <a:ahLst/>
            <a:cxnLst/>
            <a:rect l="l" t="t" r="r" b="b"/>
            <a:pathLst>
              <a:path w="4423231" h="1180778">
                <a:moveTo>
                  <a:pt x="149935" y="0"/>
                </a:moveTo>
                <a:lnTo>
                  <a:pt x="4273296" y="0"/>
                </a:lnTo>
                <a:cubicBezTo>
                  <a:pt x="4356103" y="0"/>
                  <a:pt x="4423231" y="67128"/>
                  <a:pt x="4423231" y="149935"/>
                </a:cubicBezTo>
                <a:lnTo>
                  <a:pt x="4423231" y="1030843"/>
                </a:lnTo>
                <a:cubicBezTo>
                  <a:pt x="4423231" y="1113650"/>
                  <a:pt x="4356103" y="1180778"/>
                  <a:pt x="4273296" y="1180778"/>
                </a:cubicBezTo>
                <a:lnTo>
                  <a:pt x="149935" y="1180778"/>
                </a:lnTo>
                <a:cubicBezTo>
                  <a:pt x="67184" y="1180778"/>
                  <a:pt x="0" y="1113594"/>
                  <a:pt x="0" y="1030843"/>
                </a:cubicBezTo>
                <a:lnTo>
                  <a:pt x="0" y="149935"/>
                </a:lnTo>
                <a:cubicBezTo>
                  <a:pt x="0" y="67184"/>
                  <a:pt x="67184" y="0"/>
                  <a:pt x="149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FFFFFF"/>
              </a:gs>
            </a:gsLst>
            <a:lin ang="2700000" scaled="1"/>
          </a:gradFill>
          <a:ln w="25400">
            <a:solidFill>
              <a:srgbClr val="14B8A6">
                <a:alpha val="20000"/>
              </a:srgb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1018" y="339239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712215" y="3523591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83032" y="95836"/>
                </a:moveTo>
                <a:cubicBezTo>
                  <a:pt x="183032" y="147634"/>
                  <a:pt x="147561" y="184497"/>
                  <a:pt x="95177" y="184497"/>
                </a:cubicBezTo>
                <a:cubicBezTo>
                  <a:pt x="44953" y="184497"/>
                  <a:pt x="4393" y="143937"/>
                  <a:pt x="4393" y="93713"/>
                </a:cubicBezTo>
                <a:cubicBezTo>
                  <a:pt x="4393" y="43488"/>
                  <a:pt x="44953" y="2929"/>
                  <a:pt x="95177" y="2929"/>
                </a:cubicBezTo>
                <a:cubicBezTo>
                  <a:pt x="119630" y="2929"/>
                  <a:pt x="140203" y="11897"/>
                  <a:pt x="156053" y="26686"/>
                </a:cubicBezTo>
                <a:lnTo>
                  <a:pt x="131344" y="50444"/>
                </a:lnTo>
                <a:cubicBezTo>
                  <a:pt x="99020" y="19255"/>
                  <a:pt x="38913" y="42683"/>
                  <a:pt x="38913" y="93713"/>
                </a:cubicBezTo>
                <a:cubicBezTo>
                  <a:pt x="38913" y="125377"/>
                  <a:pt x="64208" y="151038"/>
                  <a:pt x="95177" y="151038"/>
                </a:cubicBezTo>
                <a:cubicBezTo>
                  <a:pt x="131124" y="151038"/>
                  <a:pt x="144596" y="125267"/>
                  <a:pt x="146719" y="111906"/>
                </a:cubicBezTo>
                <a:lnTo>
                  <a:pt x="95177" y="111906"/>
                </a:lnTo>
                <a:lnTo>
                  <a:pt x="95177" y="80681"/>
                </a:lnTo>
                <a:lnTo>
                  <a:pt x="181605" y="80681"/>
                </a:lnTo>
                <a:cubicBezTo>
                  <a:pt x="182447" y="85330"/>
                  <a:pt x="183032" y="89796"/>
                  <a:pt x="183032" y="95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293" y="3486106"/>
            <a:ext cx="204869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Google Sign-In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18" y="3954669"/>
            <a:ext cx="410460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authentication with Google account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221" y="4545058"/>
            <a:ext cx="4423231" cy="1180778"/>
          </a:xfrm>
          <a:custGeom>
            <a:avLst/>
            <a:gdLst/>
            <a:ahLst/>
            <a:cxnLst/>
            <a:rect l="l" t="t" r="r" b="b"/>
            <a:pathLst>
              <a:path w="4423231" h="1180778">
                <a:moveTo>
                  <a:pt x="149935" y="0"/>
                </a:moveTo>
                <a:lnTo>
                  <a:pt x="4273296" y="0"/>
                </a:lnTo>
                <a:cubicBezTo>
                  <a:pt x="4356103" y="0"/>
                  <a:pt x="4423231" y="67128"/>
                  <a:pt x="4423231" y="149935"/>
                </a:cubicBezTo>
                <a:lnTo>
                  <a:pt x="4423231" y="1030843"/>
                </a:lnTo>
                <a:cubicBezTo>
                  <a:pt x="4423231" y="1113650"/>
                  <a:pt x="4356103" y="1180778"/>
                  <a:pt x="4273296" y="1180778"/>
                </a:cubicBezTo>
                <a:lnTo>
                  <a:pt x="149935" y="1180778"/>
                </a:lnTo>
                <a:cubicBezTo>
                  <a:pt x="67184" y="1180778"/>
                  <a:pt x="0" y="1113594"/>
                  <a:pt x="0" y="1030843"/>
                </a:cubicBezTo>
                <a:lnTo>
                  <a:pt x="0" y="149935"/>
                </a:lnTo>
                <a:cubicBezTo>
                  <a:pt x="0" y="67184"/>
                  <a:pt x="67184" y="0"/>
                  <a:pt x="149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FFFFFF"/>
              </a:gs>
            </a:gsLst>
            <a:lin ang="2700000" scaled="1"/>
          </a:gradFill>
          <a:ln w="25400">
            <a:solidFill>
              <a:srgbClr val="0D9488">
                <a:alpha val="20000"/>
              </a:srgb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1018" y="474185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12215" y="4873051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22998" y="128855"/>
                </a:moveTo>
                <a:cubicBezTo>
                  <a:pt x="158579" y="128855"/>
                  <a:pt x="187425" y="100009"/>
                  <a:pt x="187425" y="64427"/>
                </a:cubicBezTo>
                <a:cubicBezTo>
                  <a:pt x="187425" y="28846"/>
                  <a:pt x="158579" y="0"/>
                  <a:pt x="122998" y="0"/>
                </a:cubicBezTo>
                <a:cubicBezTo>
                  <a:pt x="87416" y="0"/>
                  <a:pt x="58570" y="28846"/>
                  <a:pt x="58570" y="64427"/>
                </a:cubicBezTo>
                <a:cubicBezTo>
                  <a:pt x="58570" y="71273"/>
                  <a:pt x="59632" y="77899"/>
                  <a:pt x="61609" y="84085"/>
                </a:cubicBezTo>
                <a:lnTo>
                  <a:pt x="2562" y="143131"/>
                </a:lnTo>
                <a:cubicBezTo>
                  <a:pt x="915" y="144779"/>
                  <a:pt x="0" y="147012"/>
                  <a:pt x="0" y="149354"/>
                </a:cubicBezTo>
                <a:lnTo>
                  <a:pt x="0" y="178640"/>
                </a:lnTo>
                <a:cubicBezTo>
                  <a:pt x="0" y="183508"/>
                  <a:pt x="3917" y="187425"/>
                  <a:pt x="8786" y="187425"/>
                </a:cubicBezTo>
                <a:lnTo>
                  <a:pt x="38071" y="187425"/>
                </a:lnTo>
                <a:cubicBezTo>
                  <a:pt x="42939" y="187425"/>
                  <a:pt x="46856" y="183508"/>
                  <a:pt x="46856" y="178640"/>
                </a:cubicBezTo>
                <a:lnTo>
                  <a:pt x="46856" y="163997"/>
                </a:lnTo>
                <a:lnTo>
                  <a:pt x="61499" y="163997"/>
                </a:lnTo>
                <a:cubicBezTo>
                  <a:pt x="66368" y="163997"/>
                  <a:pt x="70284" y="160080"/>
                  <a:pt x="70284" y="155211"/>
                </a:cubicBezTo>
                <a:lnTo>
                  <a:pt x="70284" y="140569"/>
                </a:lnTo>
                <a:lnTo>
                  <a:pt x="84927" y="140569"/>
                </a:lnTo>
                <a:cubicBezTo>
                  <a:pt x="87270" y="140569"/>
                  <a:pt x="89503" y="139654"/>
                  <a:pt x="91150" y="138006"/>
                </a:cubicBezTo>
                <a:lnTo>
                  <a:pt x="103340" y="125816"/>
                </a:lnTo>
                <a:cubicBezTo>
                  <a:pt x="109527" y="127793"/>
                  <a:pt x="116152" y="128855"/>
                  <a:pt x="122998" y="128855"/>
                </a:cubicBezTo>
                <a:close/>
                <a:moveTo>
                  <a:pt x="137640" y="35142"/>
                </a:moveTo>
                <a:cubicBezTo>
                  <a:pt x="145722" y="35142"/>
                  <a:pt x="152283" y="41703"/>
                  <a:pt x="152283" y="49785"/>
                </a:cubicBezTo>
                <a:cubicBezTo>
                  <a:pt x="152283" y="57866"/>
                  <a:pt x="145722" y="64427"/>
                  <a:pt x="137640" y="64427"/>
                </a:cubicBezTo>
                <a:cubicBezTo>
                  <a:pt x="129559" y="64427"/>
                  <a:pt x="122998" y="57866"/>
                  <a:pt x="122998" y="49785"/>
                </a:cubicBezTo>
                <a:cubicBezTo>
                  <a:pt x="122998" y="41703"/>
                  <a:pt x="129559" y="35142"/>
                  <a:pt x="137640" y="351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293" y="4835566"/>
            <a:ext cx="247816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Password Recovery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1018" y="5304129"/>
            <a:ext cx="410460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"Forgot password?" link for account recovery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5703" y="6122553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3134" y="6072572"/>
            <a:ext cx="388060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2275" y="6409937"/>
            <a:ext cx="1068323" cy="262395"/>
          </a:xfrm>
          <a:custGeom>
            <a:avLst/>
            <a:gdLst/>
            <a:ahLst/>
            <a:cxnLst/>
            <a:rect l="l" t="t" r="r" b="b"/>
            <a:pathLst>
              <a:path w="1068323" h="262395">
                <a:moveTo>
                  <a:pt x="74969" y="0"/>
                </a:moveTo>
                <a:lnTo>
                  <a:pt x="993354" y="0"/>
                </a:lnTo>
                <a:cubicBezTo>
                  <a:pt x="1034758" y="0"/>
                  <a:pt x="1068323" y="33565"/>
                  <a:pt x="1068323" y="74969"/>
                </a:cubicBezTo>
                <a:lnTo>
                  <a:pt x="1068323" y="187426"/>
                </a:lnTo>
                <a:cubicBezTo>
                  <a:pt x="1068323" y="228830"/>
                  <a:pt x="1034758" y="262395"/>
                  <a:pt x="993354" y="262395"/>
                </a:cubicBezTo>
                <a:lnTo>
                  <a:pt x="74969" y="262395"/>
                </a:lnTo>
                <a:cubicBezTo>
                  <a:pt x="33565" y="262395"/>
                  <a:pt x="0" y="228830"/>
                  <a:pt x="0" y="187426"/>
                </a:cubicBezTo>
                <a:lnTo>
                  <a:pt x="0" y="74969"/>
                </a:lnTo>
                <a:cubicBezTo>
                  <a:pt x="0" y="33565"/>
                  <a:pt x="33565" y="0"/>
                  <a:pt x="74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62275" y="6409937"/>
            <a:ext cx="1133922" cy="262395"/>
          </a:xfrm>
          <a:prstGeom prst="rect">
            <a:avLst/>
          </a:prstGeom>
          <a:noFill/>
          <a:ln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701956" y="6409937"/>
            <a:ext cx="1424430" cy="262395"/>
          </a:xfrm>
          <a:custGeom>
            <a:avLst/>
            <a:gdLst/>
            <a:ahLst/>
            <a:cxnLst/>
            <a:rect l="l" t="t" r="r" b="b"/>
            <a:pathLst>
              <a:path w="1424430" h="262395">
                <a:moveTo>
                  <a:pt x="74969" y="0"/>
                </a:moveTo>
                <a:lnTo>
                  <a:pt x="1349462" y="0"/>
                </a:lnTo>
                <a:cubicBezTo>
                  <a:pt x="1390866" y="0"/>
                  <a:pt x="1424430" y="33565"/>
                  <a:pt x="1424430" y="74969"/>
                </a:cubicBezTo>
                <a:lnTo>
                  <a:pt x="1424430" y="187426"/>
                </a:lnTo>
                <a:cubicBezTo>
                  <a:pt x="1424430" y="228830"/>
                  <a:pt x="1390866" y="262395"/>
                  <a:pt x="1349462" y="262395"/>
                </a:cubicBezTo>
                <a:lnTo>
                  <a:pt x="74969" y="262395"/>
                </a:lnTo>
                <a:cubicBezTo>
                  <a:pt x="33565" y="262395"/>
                  <a:pt x="0" y="228830"/>
                  <a:pt x="0" y="187426"/>
                </a:cubicBezTo>
                <a:lnTo>
                  <a:pt x="0" y="74969"/>
                </a:lnTo>
                <a:cubicBezTo>
                  <a:pt x="0" y="33565"/>
                  <a:pt x="33565" y="0"/>
                  <a:pt x="74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701956" y="6409937"/>
            <a:ext cx="1490029" cy="262395"/>
          </a:xfrm>
          <a:prstGeom prst="rect">
            <a:avLst/>
          </a:prstGeom>
          <a:noFill/>
          <a:ln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4968" y="6409937"/>
            <a:ext cx="1040209" cy="262395"/>
          </a:xfrm>
          <a:custGeom>
            <a:avLst/>
            <a:gdLst/>
            <a:ahLst/>
            <a:cxnLst/>
            <a:rect l="l" t="t" r="r" b="b"/>
            <a:pathLst>
              <a:path w="1040209" h="262395">
                <a:moveTo>
                  <a:pt x="74969" y="0"/>
                </a:moveTo>
                <a:lnTo>
                  <a:pt x="965240" y="0"/>
                </a:lnTo>
                <a:cubicBezTo>
                  <a:pt x="1006644" y="0"/>
                  <a:pt x="1040209" y="33565"/>
                  <a:pt x="1040209" y="74969"/>
                </a:cubicBezTo>
                <a:lnTo>
                  <a:pt x="1040209" y="187426"/>
                </a:lnTo>
                <a:cubicBezTo>
                  <a:pt x="1040209" y="228830"/>
                  <a:pt x="1006644" y="262395"/>
                  <a:pt x="965240" y="262395"/>
                </a:cubicBezTo>
                <a:lnTo>
                  <a:pt x="74969" y="262395"/>
                </a:lnTo>
                <a:cubicBezTo>
                  <a:pt x="33565" y="262395"/>
                  <a:pt x="0" y="228830"/>
                  <a:pt x="0" y="187426"/>
                </a:cubicBezTo>
                <a:lnTo>
                  <a:pt x="0" y="74969"/>
                </a:lnTo>
                <a:cubicBezTo>
                  <a:pt x="0" y="33565"/>
                  <a:pt x="33565" y="0"/>
                  <a:pt x="74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4968" y="6409937"/>
            <a:ext cx="1105808" cy="262395"/>
          </a:xfrm>
          <a:prstGeom prst="rect">
            <a:avLst/>
          </a:prstGeom>
          <a:noFill/>
          <a:ln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Logout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61648" y="1547975"/>
            <a:ext cx="6737931" cy="5124357"/>
          </a:xfrm>
          <a:custGeom>
            <a:avLst/>
            <a:gdLst/>
            <a:ahLst/>
            <a:cxnLst/>
            <a:rect l="l" t="t" r="r" b="b"/>
            <a:pathLst>
              <a:path w="6737931" h="5124357">
                <a:moveTo>
                  <a:pt x="224896" y="0"/>
                </a:moveTo>
                <a:lnTo>
                  <a:pt x="6513035" y="0"/>
                </a:lnTo>
                <a:cubicBezTo>
                  <a:pt x="6637241" y="0"/>
                  <a:pt x="6737931" y="103494"/>
                  <a:pt x="6737931" y="231160"/>
                </a:cubicBezTo>
                <a:lnTo>
                  <a:pt x="6737931" y="4893197"/>
                </a:lnTo>
                <a:cubicBezTo>
                  <a:pt x="6737931" y="5020863"/>
                  <a:pt x="6637241" y="5124357"/>
                  <a:pt x="6513035" y="5124357"/>
                </a:cubicBezTo>
                <a:lnTo>
                  <a:pt x="224896" y="5124357"/>
                </a:lnTo>
                <a:cubicBezTo>
                  <a:pt x="100689" y="5124357"/>
                  <a:pt x="0" y="5020863"/>
                  <a:pt x="0" y="4893197"/>
                </a:cubicBezTo>
                <a:lnTo>
                  <a:pt x="0" y="231160"/>
                </a:lnTo>
                <a:cubicBezTo>
                  <a:pt x="0" y="103579"/>
                  <a:pt x="100773" y="0"/>
                  <a:pt x="2248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0D9488">
                <a:alpha val="20000"/>
              </a:srgbClr>
            </a:solidFill>
            <a:prstDash val="solid"/>
          </a:ln>
          <a:effectLst>
            <a:outerShdw blurRad="468563" dist="234281" dir="5400000" algn="bl" rotWithShape="0">
              <a:srgbClr val="000000">
                <a:alpha val="25098"/>
              </a:srgbClr>
            </a:outerShdw>
          </a:effectLst>
        </p:spPr>
      </p:sp>
      <p:pic>
        <p:nvPicPr>
          <p:cNvPr id="31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390" y="1547975"/>
            <a:ext cx="6700446" cy="5124357"/>
          </a:xfrm>
          <a:prstGeom prst="roundRect">
            <a:avLst>
              <a:gd name="adj" fmla="val 4545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374850" y="6334967"/>
            <a:ext cx="431077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476759" y="6334967"/>
            <a:ext cx="42170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1E293B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12</a:t>
            </a:r>
            <a:endParaRPr lang="en-US" sz="1600" dirty="0"/>
          </a:p>
        </p:txBody>
      </p:sp>
      <p:pic>
        <p:nvPicPr>
          <p:cNvPr id="34" name="Image 1" descr="https://kimi-img.moonshot.cn/pub/slides/26-03-02-04:56:15-d6iafrtkjflnopo00i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547" y="1547975"/>
            <a:ext cx="6837032" cy="51723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1255568" cy="346364"/>
          </a:xfrm>
          <a:custGeom>
            <a:avLst/>
            <a:gdLst/>
            <a:ahLst/>
            <a:cxnLst/>
            <a:rect l="l" t="t" r="r" b="b"/>
            <a:pathLst>
              <a:path w="1255568" h="346364">
                <a:moveTo>
                  <a:pt x="173182" y="0"/>
                </a:moveTo>
                <a:lnTo>
                  <a:pt x="1082386" y="0"/>
                </a:lnTo>
                <a:cubicBezTo>
                  <a:pt x="1178032" y="0"/>
                  <a:pt x="1255568" y="77536"/>
                  <a:pt x="1255568" y="173182"/>
                </a:cubicBezTo>
                <a:lnTo>
                  <a:pt x="1255568" y="173182"/>
                </a:lnTo>
                <a:cubicBezTo>
                  <a:pt x="1255568" y="268827"/>
                  <a:pt x="1178032" y="346364"/>
                  <a:pt x="1082386" y="346364"/>
                </a:cubicBezTo>
                <a:lnTo>
                  <a:pt x="173182" y="346364"/>
                </a:lnTo>
                <a:cubicBezTo>
                  <a:pt x="77600" y="346364"/>
                  <a:pt x="0" y="268763"/>
                  <a:pt x="0" y="173182"/>
                </a:cubicBezTo>
                <a:lnTo>
                  <a:pt x="0" y="173182"/>
                </a:lnTo>
                <a:cubicBezTo>
                  <a:pt x="0" y="77600"/>
                  <a:pt x="77600" y="0"/>
                  <a:pt x="173182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6557" y="441614"/>
            <a:ext cx="155864" cy="155864"/>
          </a:xfrm>
          <a:custGeom>
            <a:avLst/>
            <a:gdLst/>
            <a:ahLst/>
            <a:cxnLst/>
            <a:rect l="l" t="t" r="r" b="b"/>
            <a:pathLst>
              <a:path w="155864" h="155864">
                <a:moveTo>
                  <a:pt x="19483" y="9741"/>
                </a:moveTo>
                <a:cubicBezTo>
                  <a:pt x="8737" y="9741"/>
                  <a:pt x="0" y="18478"/>
                  <a:pt x="0" y="29224"/>
                </a:cubicBezTo>
                <a:lnTo>
                  <a:pt x="0" y="107156"/>
                </a:lnTo>
                <a:cubicBezTo>
                  <a:pt x="0" y="117902"/>
                  <a:pt x="8737" y="126639"/>
                  <a:pt x="19483" y="126639"/>
                </a:cubicBezTo>
                <a:lnTo>
                  <a:pt x="63320" y="126639"/>
                </a:lnTo>
                <a:lnTo>
                  <a:pt x="58449" y="141251"/>
                </a:lnTo>
                <a:lnTo>
                  <a:pt x="36531" y="141251"/>
                </a:lnTo>
                <a:cubicBezTo>
                  <a:pt x="32482" y="141251"/>
                  <a:pt x="29224" y="144509"/>
                  <a:pt x="29224" y="148558"/>
                </a:cubicBezTo>
                <a:cubicBezTo>
                  <a:pt x="29224" y="152606"/>
                  <a:pt x="32482" y="155864"/>
                  <a:pt x="36531" y="155864"/>
                </a:cubicBezTo>
                <a:lnTo>
                  <a:pt x="119333" y="155864"/>
                </a:lnTo>
                <a:cubicBezTo>
                  <a:pt x="123382" y="155864"/>
                  <a:pt x="126639" y="152606"/>
                  <a:pt x="126639" y="148558"/>
                </a:cubicBezTo>
                <a:cubicBezTo>
                  <a:pt x="126639" y="144509"/>
                  <a:pt x="123382" y="141251"/>
                  <a:pt x="119333" y="141251"/>
                </a:cubicBezTo>
                <a:lnTo>
                  <a:pt x="97415" y="141251"/>
                </a:lnTo>
                <a:lnTo>
                  <a:pt x="92544" y="126639"/>
                </a:lnTo>
                <a:lnTo>
                  <a:pt x="136381" y="126639"/>
                </a:lnTo>
                <a:cubicBezTo>
                  <a:pt x="147127" y="126639"/>
                  <a:pt x="155864" y="117902"/>
                  <a:pt x="155864" y="107156"/>
                </a:cubicBezTo>
                <a:lnTo>
                  <a:pt x="155864" y="29224"/>
                </a:lnTo>
                <a:cubicBezTo>
                  <a:pt x="155864" y="18478"/>
                  <a:pt x="147127" y="9741"/>
                  <a:pt x="136381" y="9741"/>
                </a:cubicBezTo>
                <a:lnTo>
                  <a:pt x="19483" y="9741"/>
                </a:lnTo>
                <a:close/>
                <a:moveTo>
                  <a:pt x="29224" y="29224"/>
                </a:moveTo>
                <a:lnTo>
                  <a:pt x="126639" y="29224"/>
                </a:lnTo>
                <a:cubicBezTo>
                  <a:pt x="132027" y="29224"/>
                  <a:pt x="136381" y="33578"/>
                  <a:pt x="136381" y="38966"/>
                </a:cubicBezTo>
                <a:lnTo>
                  <a:pt x="136381" y="87673"/>
                </a:lnTo>
                <a:cubicBezTo>
                  <a:pt x="136381" y="93062"/>
                  <a:pt x="132027" y="97415"/>
                  <a:pt x="126639" y="97415"/>
                </a:cubicBezTo>
                <a:lnTo>
                  <a:pt x="29224" y="97415"/>
                </a:lnTo>
                <a:cubicBezTo>
                  <a:pt x="23836" y="97415"/>
                  <a:pt x="19483" y="93062"/>
                  <a:pt x="19483" y="87673"/>
                </a:cubicBezTo>
                <a:lnTo>
                  <a:pt x="19483" y="38966"/>
                </a:lnTo>
                <a:cubicBezTo>
                  <a:pt x="19483" y="33578"/>
                  <a:pt x="23836" y="29224"/>
                  <a:pt x="29224" y="292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49011" y="415636"/>
            <a:ext cx="7793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6364" y="796636"/>
            <a:ext cx="11707091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Registration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6364" y="1281545"/>
            <a:ext cx="1158586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user onboarding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3682" y="1524000"/>
            <a:ext cx="6780068" cy="4958776"/>
          </a:xfrm>
          <a:custGeom>
            <a:avLst/>
            <a:gdLst/>
            <a:ahLst/>
            <a:cxnLst/>
            <a:rect l="l" t="t" r="r" b="b"/>
            <a:pathLst>
              <a:path w="6780068" h="4958776">
                <a:moveTo>
                  <a:pt x="207815" y="0"/>
                </a:moveTo>
                <a:lnTo>
                  <a:pt x="6572253" y="0"/>
                </a:lnTo>
                <a:cubicBezTo>
                  <a:pt x="6687026" y="0"/>
                  <a:pt x="6780068" y="90004"/>
                  <a:pt x="6780068" y="201029"/>
                </a:cubicBezTo>
                <a:lnTo>
                  <a:pt x="6780068" y="4757747"/>
                </a:lnTo>
                <a:cubicBezTo>
                  <a:pt x="6780068" y="4868772"/>
                  <a:pt x="6687026" y="4958776"/>
                  <a:pt x="6572253" y="4958776"/>
                </a:cubicBezTo>
                <a:lnTo>
                  <a:pt x="207815" y="4958776"/>
                </a:lnTo>
                <a:cubicBezTo>
                  <a:pt x="93042" y="4958776"/>
                  <a:pt x="0" y="4868772"/>
                  <a:pt x="0" y="4757747"/>
                </a:cubicBezTo>
                <a:lnTo>
                  <a:pt x="0" y="201029"/>
                </a:lnTo>
                <a:cubicBezTo>
                  <a:pt x="0" y="90078"/>
                  <a:pt x="93119" y="0"/>
                  <a:pt x="20781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0D9488">
                <a:alpha val="20000"/>
              </a:srgbClr>
            </a:solidFill>
            <a:prstDash val="solid"/>
          </a:ln>
          <a:effectLst>
            <a:outerShdw blurRad="432955" dist="216477" dir="5400000" algn="bl" rotWithShape="0">
              <a:srgbClr val="000000">
                <a:alpha val="25098"/>
              </a:srgbClr>
            </a:outerShdw>
          </a:effectLst>
        </p:spPr>
      </p:sp>
      <p:pic>
        <p:nvPicPr>
          <p:cNvPr id="8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6745432" cy="4958776"/>
          </a:xfrm>
          <a:prstGeom prst="roundRect">
            <a:avLst>
              <a:gd name="adj" fmla="val 4082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387919" y="1697182"/>
            <a:ext cx="4459432" cy="900545"/>
          </a:xfrm>
          <a:custGeom>
            <a:avLst/>
            <a:gdLst/>
            <a:ahLst/>
            <a:cxnLst/>
            <a:rect l="l" t="t" r="r" b="b"/>
            <a:pathLst>
              <a:path w="4459432" h="900545">
                <a:moveTo>
                  <a:pt x="34636" y="0"/>
                </a:moveTo>
                <a:lnTo>
                  <a:pt x="4320883" y="0"/>
                </a:lnTo>
                <a:cubicBezTo>
                  <a:pt x="4397401" y="0"/>
                  <a:pt x="4459432" y="62030"/>
                  <a:pt x="4459432" y="138549"/>
                </a:cubicBezTo>
                <a:lnTo>
                  <a:pt x="4459432" y="761997"/>
                </a:lnTo>
                <a:cubicBezTo>
                  <a:pt x="4459432" y="838515"/>
                  <a:pt x="4397401" y="900545"/>
                  <a:pt x="4320883" y="900545"/>
                </a:cubicBez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87919" y="1697182"/>
            <a:ext cx="34636" cy="900545"/>
          </a:xfrm>
          <a:custGeom>
            <a:avLst/>
            <a:gdLst/>
            <a:ahLst/>
            <a:cxnLst/>
            <a:rect l="l" t="t" r="r" b="b"/>
            <a:pathLst>
              <a:path w="34636" h="900545">
                <a:moveTo>
                  <a:pt x="34636" y="0"/>
                </a:moveTo>
                <a:lnTo>
                  <a:pt x="34636" y="0"/>
                </a:lnTo>
                <a:lnTo>
                  <a:pt x="34636" y="900545"/>
                </a:ln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7543782" y="1835727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7656350" y="1939636"/>
            <a:ext cx="121227" cy="138545"/>
          </a:xfrm>
          <a:custGeom>
            <a:avLst/>
            <a:gdLst/>
            <a:ahLst/>
            <a:cxnLst/>
            <a:rect l="l" t="t" r="r" b="b"/>
            <a:pathLst>
              <a:path w="121227" h="138545">
                <a:moveTo>
                  <a:pt x="60614" y="67108"/>
                </a:moveTo>
                <a:cubicBezTo>
                  <a:pt x="78535" y="67108"/>
                  <a:pt x="93085" y="52558"/>
                  <a:pt x="93085" y="34636"/>
                </a:cubicBezTo>
                <a:cubicBezTo>
                  <a:pt x="93085" y="16715"/>
                  <a:pt x="78535" y="2165"/>
                  <a:pt x="60614" y="2165"/>
                </a:cubicBezTo>
                <a:cubicBezTo>
                  <a:pt x="42692" y="2165"/>
                  <a:pt x="28142" y="16715"/>
                  <a:pt x="28142" y="34636"/>
                </a:cubicBezTo>
                <a:cubicBezTo>
                  <a:pt x="28142" y="52558"/>
                  <a:pt x="42692" y="67108"/>
                  <a:pt x="60614" y="67108"/>
                </a:cubicBezTo>
                <a:close/>
                <a:moveTo>
                  <a:pt x="52577" y="82261"/>
                </a:moveTo>
                <a:cubicBezTo>
                  <a:pt x="25923" y="82261"/>
                  <a:pt x="4330" y="103855"/>
                  <a:pt x="4330" y="130509"/>
                </a:cubicBezTo>
                <a:cubicBezTo>
                  <a:pt x="4330" y="134947"/>
                  <a:pt x="7928" y="138545"/>
                  <a:pt x="12366" y="138545"/>
                </a:cubicBezTo>
                <a:lnTo>
                  <a:pt x="108861" y="138545"/>
                </a:lnTo>
                <a:cubicBezTo>
                  <a:pt x="113299" y="138545"/>
                  <a:pt x="116898" y="134947"/>
                  <a:pt x="116898" y="130509"/>
                </a:cubicBezTo>
                <a:cubicBezTo>
                  <a:pt x="116898" y="103855"/>
                  <a:pt x="95304" y="82261"/>
                  <a:pt x="68650" y="82261"/>
                </a:cubicBezTo>
                <a:lnTo>
                  <a:pt x="52577" y="822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994055" y="1887682"/>
            <a:ext cx="159494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Full Name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782" y="2251364"/>
            <a:ext cx="423429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user identification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87919" y="2701636"/>
            <a:ext cx="4459432" cy="900545"/>
          </a:xfrm>
          <a:custGeom>
            <a:avLst/>
            <a:gdLst/>
            <a:ahLst/>
            <a:cxnLst/>
            <a:rect l="l" t="t" r="r" b="b"/>
            <a:pathLst>
              <a:path w="4459432" h="900545">
                <a:moveTo>
                  <a:pt x="34636" y="0"/>
                </a:moveTo>
                <a:lnTo>
                  <a:pt x="4320883" y="0"/>
                </a:lnTo>
                <a:cubicBezTo>
                  <a:pt x="4397401" y="0"/>
                  <a:pt x="4459432" y="62030"/>
                  <a:pt x="4459432" y="138549"/>
                </a:cubicBezTo>
                <a:lnTo>
                  <a:pt x="4459432" y="761997"/>
                </a:lnTo>
                <a:cubicBezTo>
                  <a:pt x="4459432" y="838515"/>
                  <a:pt x="4397401" y="900545"/>
                  <a:pt x="4320883" y="900545"/>
                </a:cubicBez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87919" y="2701636"/>
            <a:ext cx="34636" cy="900545"/>
          </a:xfrm>
          <a:custGeom>
            <a:avLst/>
            <a:gdLst/>
            <a:ahLst/>
            <a:cxnLst/>
            <a:rect l="l" t="t" r="r" b="b"/>
            <a:pathLst>
              <a:path w="34636" h="900545">
                <a:moveTo>
                  <a:pt x="34636" y="0"/>
                </a:moveTo>
                <a:lnTo>
                  <a:pt x="34636" y="0"/>
                </a:lnTo>
                <a:lnTo>
                  <a:pt x="34636" y="900545"/>
                </a:ln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7" name="Shape 14"/>
          <p:cNvSpPr/>
          <p:nvPr/>
        </p:nvSpPr>
        <p:spPr>
          <a:xfrm>
            <a:off x="7543782" y="2840182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Shape 15"/>
          <p:cNvSpPr/>
          <p:nvPr/>
        </p:nvSpPr>
        <p:spPr>
          <a:xfrm>
            <a:off x="7647691" y="2944091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17318"/>
                </a:moveTo>
                <a:cubicBezTo>
                  <a:pt x="40589" y="17318"/>
                  <a:pt x="17318" y="40589"/>
                  <a:pt x="17318" y="69273"/>
                </a:cubicBezTo>
                <a:cubicBezTo>
                  <a:pt x="17318" y="97956"/>
                  <a:pt x="40589" y="121227"/>
                  <a:pt x="69273" y="121227"/>
                </a:cubicBezTo>
                <a:cubicBezTo>
                  <a:pt x="74062" y="121227"/>
                  <a:pt x="77932" y="125097"/>
                  <a:pt x="77932" y="129886"/>
                </a:cubicBezTo>
                <a:cubicBezTo>
                  <a:pt x="77932" y="134676"/>
                  <a:pt x="74062" y="138545"/>
                  <a:pt x="69273" y="138545"/>
                </a:cubicBezTo>
                <a:cubicBezTo>
                  <a:pt x="31010" y="138545"/>
                  <a:pt x="0" y="107535"/>
                  <a:pt x="0" y="69273"/>
                </a:cubicBezTo>
                <a:cubicBezTo>
                  <a:pt x="0" y="31010"/>
                  <a:pt x="31010" y="0"/>
                  <a:pt x="69273" y="0"/>
                </a:cubicBezTo>
                <a:cubicBezTo>
                  <a:pt x="107535" y="0"/>
                  <a:pt x="138545" y="31010"/>
                  <a:pt x="138545" y="69273"/>
                </a:cubicBezTo>
                <a:lnTo>
                  <a:pt x="138545" y="77932"/>
                </a:lnTo>
                <a:cubicBezTo>
                  <a:pt x="138545" y="92273"/>
                  <a:pt x="126910" y="103909"/>
                  <a:pt x="112568" y="103909"/>
                </a:cubicBezTo>
                <a:cubicBezTo>
                  <a:pt x="104640" y="103909"/>
                  <a:pt x="97523" y="100337"/>
                  <a:pt x="92761" y="94736"/>
                </a:cubicBezTo>
                <a:cubicBezTo>
                  <a:pt x="86591" y="100418"/>
                  <a:pt x="78338" y="103909"/>
                  <a:pt x="69273" y="103909"/>
                </a:cubicBezTo>
                <a:cubicBezTo>
                  <a:pt x="50142" y="103909"/>
                  <a:pt x="34636" y="88404"/>
                  <a:pt x="34636" y="69273"/>
                </a:cubicBezTo>
                <a:cubicBezTo>
                  <a:pt x="34636" y="50142"/>
                  <a:pt x="50142" y="34636"/>
                  <a:pt x="69273" y="34636"/>
                </a:cubicBezTo>
                <a:cubicBezTo>
                  <a:pt x="76822" y="34636"/>
                  <a:pt x="83804" y="37045"/>
                  <a:pt x="89486" y="41158"/>
                </a:cubicBezTo>
                <a:cubicBezTo>
                  <a:pt x="91029" y="39805"/>
                  <a:pt x="93031" y="38966"/>
                  <a:pt x="95250" y="38966"/>
                </a:cubicBezTo>
                <a:cubicBezTo>
                  <a:pt x="100040" y="38966"/>
                  <a:pt x="103909" y="42835"/>
                  <a:pt x="103909" y="47625"/>
                </a:cubicBezTo>
                <a:lnTo>
                  <a:pt x="103909" y="77932"/>
                </a:lnTo>
                <a:cubicBezTo>
                  <a:pt x="103909" y="82721"/>
                  <a:pt x="107779" y="86591"/>
                  <a:pt x="112568" y="86591"/>
                </a:cubicBezTo>
                <a:cubicBezTo>
                  <a:pt x="117358" y="86591"/>
                  <a:pt x="121227" y="82721"/>
                  <a:pt x="121227" y="77932"/>
                </a:cubicBezTo>
                <a:lnTo>
                  <a:pt x="121227" y="69273"/>
                </a:lnTo>
                <a:cubicBezTo>
                  <a:pt x="121227" y="40589"/>
                  <a:pt x="97956" y="17318"/>
                  <a:pt x="69273" y="17318"/>
                </a:cubicBezTo>
                <a:close/>
                <a:moveTo>
                  <a:pt x="86591" y="69273"/>
                </a:moveTo>
                <a:cubicBezTo>
                  <a:pt x="86591" y="59715"/>
                  <a:pt x="78831" y="51955"/>
                  <a:pt x="69273" y="51955"/>
                </a:cubicBezTo>
                <a:cubicBezTo>
                  <a:pt x="59715" y="51955"/>
                  <a:pt x="51955" y="59715"/>
                  <a:pt x="51955" y="69273"/>
                </a:cubicBezTo>
                <a:cubicBezTo>
                  <a:pt x="51955" y="78831"/>
                  <a:pt x="59715" y="86591"/>
                  <a:pt x="69273" y="86591"/>
                </a:cubicBezTo>
                <a:cubicBezTo>
                  <a:pt x="78831" y="86591"/>
                  <a:pt x="86591" y="78831"/>
                  <a:pt x="86591" y="692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994055" y="2892136"/>
            <a:ext cx="1953273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Email Address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43782" y="3255818"/>
            <a:ext cx="423429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email with verification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87919" y="3706091"/>
            <a:ext cx="4459432" cy="900545"/>
          </a:xfrm>
          <a:custGeom>
            <a:avLst/>
            <a:gdLst/>
            <a:ahLst/>
            <a:cxnLst/>
            <a:rect l="l" t="t" r="r" b="b"/>
            <a:pathLst>
              <a:path w="4459432" h="900545">
                <a:moveTo>
                  <a:pt x="34636" y="0"/>
                </a:moveTo>
                <a:lnTo>
                  <a:pt x="4320883" y="0"/>
                </a:lnTo>
                <a:cubicBezTo>
                  <a:pt x="4397401" y="0"/>
                  <a:pt x="4459432" y="62030"/>
                  <a:pt x="4459432" y="138549"/>
                </a:cubicBezTo>
                <a:lnTo>
                  <a:pt x="4459432" y="761997"/>
                </a:lnTo>
                <a:cubicBezTo>
                  <a:pt x="4459432" y="838515"/>
                  <a:pt x="4397401" y="900545"/>
                  <a:pt x="4320883" y="900545"/>
                </a:cubicBez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87919" y="3706091"/>
            <a:ext cx="34636" cy="900545"/>
          </a:xfrm>
          <a:custGeom>
            <a:avLst/>
            <a:gdLst/>
            <a:ahLst/>
            <a:cxnLst/>
            <a:rect l="l" t="t" r="r" b="b"/>
            <a:pathLst>
              <a:path w="34636" h="900545">
                <a:moveTo>
                  <a:pt x="34636" y="0"/>
                </a:moveTo>
                <a:lnTo>
                  <a:pt x="34636" y="0"/>
                </a:lnTo>
                <a:lnTo>
                  <a:pt x="34636" y="900545"/>
                </a:ln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Shape 20"/>
          <p:cNvSpPr/>
          <p:nvPr/>
        </p:nvSpPr>
        <p:spPr>
          <a:xfrm>
            <a:off x="7543782" y="3844636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Shape 21"/>
          <p:cNvSpPr/>
          <p:nvPr/>
        </p:nvSpPr>
        <p:spPr>
          <a:xfrm>
            <a:off x="7665009" y="3948545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34636" y="25977"/>
                </a:moveTo>
                <a:lnTo>
                  <a:pt x="34636" y="43295"/>
                </a:lnTo>
                <a:lnTo>
                  <a:pt x="69273" y="43295"/>
                </a:lnTo>
                <a:lnTo>
                  <a:pt x="69273" y="25977"/>
                </a:lnTo>
                <a:cubicBezTo>
                  <a:pt x="69273" y="16425"/>
                  <a:pt x="61507" y="8659"/>
                  <a:pt x="51955" y="8659"/>
                </a:cubicBezTo>
                <a:cubicBezTo>
                  <a:pt x="42402" y="8659"/>
                  <a:pt x="34636" y="16425"/>
                  <a:pt x="34636" y="25977"/>
                </a:cubicBezTo>
                <a:close/>
                <a:moveTo>
                  <a:pt x="17318" y="43295"/>
                </a:moveTo>
                <a:lnTo>
                  <a:pt x="17318" y="25977"/>
                </a:lnTo>
                <a:cubicBezTo>
                  <a:pt x="17318" y="6846"/>
                  <a:pt x="32823" y="-8659"/>
                  <a:pt x="51955" y="-8659"/>
                </a:cubicBezTo>
                <a:cubicBezTo>
                  <a:pt x="71086" y="-8659"/>
                  <a:pt x="86591" y="6846"/>
                  <a:pt x="86591" y="25977"/>
                </a:cubicBezTo>
                <a:lnTo>
                  <a:pt x="86591" y="43295"/>
                </a:lnTo>
                <a:cubicBezTo>
                  <a:pt x="96143" y="43295"/>
                  <a:pt x="103909" y="51062"/>
                  <a:pt x="103909" y="60614"/>
                </a:cubicBezTo>
                <a:lnTo>
                  <a:pt x="103909" y="121227"/>
                </a:lnTo>
                <a:cubicBezTo>
                  <a:pt x="103909" y="130779"/>
                  <a:pt x="96143" y="138545"/>
                  <a:pt x="86591" y="138545"/>
                </a:cubicBezTo>
                <a:lnTo>
                  <a:pt x="17318" y="138545"/>
                </a:lnTo>
                <a:cubicBezTo>
                  <a:pt x="7766" y="138545"/>
                  <a:pt x="0" y="130779"/>
                  <a:pt x="0" y="121227"/>
                </a:cubicBezTo>
                <a:lnTo>
                  <a:pt x="0" y="60614"/>
                </a:lnTo>
                <a:cubicBezTo>
                  <a:pt x="0" y="51062"/>
                  <a:pt x="7766" y="43295"/>
                  <a:pt x="17318" y="432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994055" y="3896591"/>
            <a:ext cx="212480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Secure Password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43782" y="4260273"/>
            <a:ext cx="423429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+ confirmation fields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87919" y="4710545"/>
            <a:ext cx="4459432" cy="900545"/>
          </a:xfrm>
          <a:custGeom>
            <a:avLst/>
            <a:gdLst/>
            <a:ahLst/>
            <a:cxnLst/>
            <a:rect l="l" t="t" r="r" b="b"/>
            <a:pathLst>
              <a:path w="4459432" h="900545">
                <a:moveTo>
                  <a:pt x="34636" y="0"/>
                </a:moveTo>
                <a:lnTo>
                  <a:pt x="4320883" y="0"/>
                </a:lnTo>
                <a:cubicBezTo>
                  <a:pt x="4397401" y="0"/>
                  <a:pt x="4459432" y="62030"/>
                  <a:pt x="4459432" y="138549"/>
                </a:cubicBezTo>
                <a:lnTo>
                  <a:pt x="4459432" y="761997"/>
                </a:lnTo>
                <a:cubicBezTo>
                  <a:pt x="4459432" y="838515"/>
                  <a:pt x="4397401" y="900545"/>
                  <a:pt x="4320883" y="900545"/>
                </a:cubicBez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87919" y="4710545"/>
            <a:ext cx="34636" cy="900545"/>
          </a:xfrm>
          <a:custGeom>
            <a:avLst/>
            <a:gdLst/>
            <a:ahLst/>
            <a:cxnLst/>
            <a:rect l="l" t="t" r="r" b="b"/>
            <a:pathLst>
              <a:path w="34636" h="900545">
                <a:moveTo>
                  <a:pt x="34636" y="0"/>
                </a:moveTo>
                <a:lnTo>
                  <a:pt x="34636" y="0"/>
                </a:lnTo>
                <a:lnTo>
                  <a:pt x="34636" y="900545"/>
                </a:lnTo>
                <a:lnTo>
                  <a:pt x="34636" y="900545"/>
                </a:lnTo>
                <a:cubicBezTo>
                  <a:pt x="15507" y="900545"/>
                  <a:pt x="0" y="885038"/>
                  <a:pt x="0" y="86590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9" name="Shape 26"/>
          <p:cNvSpPr/>
          <p:nvPr/>
        </p:nvSpPr>
        <p:spPr>
          <a:xfrm>
            <a:off x="7543782" y="4849091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0" name="Shape 27"/>
          <p:cNvSpPr/>
          <p:nvPr/>
        </p:nvSpPr>
        <p:spPr>
          <a:xfrm>
            <a:off x="7647691" y="4953000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95223" y="75767"/>
                </a:moveTo>
                <a:lnTo>
                  <a:pt x="43566" y="75767"/>
                </a:lnTo>
                <a:cubicBezTo>
                  <a:pt x="44351" y="93221"/>
                  <a:pt x="48220" y="109294"/>
                  <a:pt x="53713" y="121065"/>
                </a:cubicBezTo>
                <a:cubicBezTo>
                  <a:pt x="56798" y="127695"/>
                  <a:pt x="60127" y="132376"/>
                  <a:pt x="63211" y="135244"/>
                </a:cubicBezTo>
                <a:cubicBezTo>
                  <a:pt x="66242" y="138085"/>
                  <a:pt x="68326" y="138545"/>
                  <a:pt x="69408" y="138545"/>
                </a:cubicBezTo>
                <a:cubicBezTo>
                  <a:pt x="70490" y="138545"/>
                  <a:pt x="72574" y="138085"/>
                  <a:pt x="75605" y="135244"/>
                </a:cubicBezTo>
                <a:cubicBezTo>
                  <a:pt x="78689" y="132376"/>
                  <a:pt x="82018" y="127667"/>
                  <a:pt x="85103" y="121065"/>
                </a:cubicBezTo>
                <a:cubicBezTo>
                  <a:pt x="90596" y="109294"/>
                  <a:pt x="94465" y="93221"/>
                  <a:pt x="95250" y="75767"/>
                </a:cubicBezTo>
                <a:close/>
                <a:moveTo>
                  <a:pt x="43539" y="62778"/>
                </a:moveTo>
                <a:lnTo>
                  <a:pt x="95196" y="62778"/>
                </a:lnTo>
                <a:cubicBezTo>
                  <a:pt x="94438" y="45325"/>
                  <a:pt x="90569" y="29251"/>
                  <a:pt x="85076" y="17481"/>
                </a:cubicBezTo>
                <a:cubicBezTo>
                  <a:pt x="81991" y="10878"/>
                  <a:pt x="78662" y="6170"/>
                  <a:pt x="75578" y="3301"/>
                </a:cubicBezTo>
                <a:cubicBezTo>
                  <a:pt x="72547" y="460"/>
                  <a:pt x="70463" y="0"/>
                  <a:pt x="69381" y="0"/>
                </a:cubicBezTo>
                <a:cubicBezTo>
                  <a:pt x="68299" y="0"/>
                  <a:pt x="66215" y="460"/>
                  <a:pt x="63184" y="3301"/>
                </a:cubicBezTo>
                <a:cubicBezTo>
                  <a:pt x="60100" y="6170"/>
                  <a:pt x="56771" y="10878"/>
                  <a:pt x="53686" y="17481"/>
                </a:cubicBezTo>
                <a:cubicBezTo>
                  <a:pt x="48193" y="29251"/>
                  <a:pt x="44324" y="45325"/>
                  <a:pt x="43539" y="62778"/>
                </a:cubicBezTo>
                <a:close/>
                <a:moveTo>
                  <a:pt x="30550" y="62778"/>
                </a:moveTo>
                <a:cubicBezTo>
                  <a:pt x="31497" y="39615"/>
                  <a:pt x="37478" y="18103"/>
                  <a:pt x="46218" y="3978"/>
                </a:cubicBezTo>
                <a:cubicBezTo>
                  <a:pt x="21296" y="12799"/>
                  <a:pt x="2950" y="35502"/>
                  <a:pt x="406" y="62778"/>
                </a:cubicBezTo>
                <a:lnTo>
                  <a:pt x="30550" y="62778"/>
                </a:lnTo>
                <a:close/>
                <a:moveTo>
                  <a:pt x="406" y="75767"/>
                </a:moveTo>
                <a:cubicBezTo>
                  <a:pt x="2950" y="103043"/>
                  <a:pt x="21296" y="125746"/>
                  <a:pt x="46218" y="134568"/>
                </a:cubicBezTo>
                <a:cubicBezTo>
                  <a:pt x="37478" y="120443"/>
                  <a:pt x="31497" y="98930"/>
                  <a:pt x="30550" y="75767"/>
                </a:cubicBezTo>
                <a:lnTo>
                  <a:pt x="406" y="75767"/>
                </a:lnTo>
                <a:close/>
                <a:moveTo>
                  <a:pt x="108212" y="75767"/>
                </a:moveTo>
                <a:cubicBezTo>
                  <a:pt x="107264" y="98930"/>
                  <a:pt x="101284" y="120443"/>
                  <a:pt x="92544" y="134568"/>
                </a:cubicBezTo>
                <a:cubicBezTo>
                  <a:pt x="117466" y="125719"/>
                  <a:pt x="135812" y="103043"/>
                  <a:pt x="138356" y="75767"/>
                </a:cubicBezTo>
                <a:lnTo>
                  <a:pt x="108212" y="75767"/>
                </a:lnTo>
                <a:close/>
                <a:moveTo>
                  <a:pt x="138356" y="62778"/>
                </a:moveTo>
                <a:cubicBezTo>
                  <a:pt x="135812" y="35502"/>
                  <a:pt x="117466" y="12799"/>
                  <a:pt x="92544" y="3978"/>
                </a:cubicBezTo>
                <a:cubicBezTo>
                  <a:pt x="101284" y="18103"/>
                  <a:pt x="107264" y="39615"/>
                  <a:pt x="108212" y="62778"/>
                </a:cubicBezTo>
                <a:lnTo>
                  <a:pt x="138356" y="627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994055" y="4901045"/>
            <a:ext cx="2266651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Country Selection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43782" y="5264727"/>
            <a:ext cx="423429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Dropdown for location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370600" y="5715000"/>
            <a:ext cx="4476750" cy="1143000"/>
          </a:xfrm>
          <a:custGeom>
            <a:avLst/>
            <a:gdLst/>
            <a:ahLst/>
            <a:cxnLst/>
            <a:rect l="l" t="t" r="r" b="b"/>
            <a:pathLst>
              <a:path w="4476750" h="1143000">
                <a:moveTo>
                  <a:pt x="138543" y="0"/>
                </a:moveTo>
                <a:lnTo>
                  <a:pt x="4338207" y="0"/>
                </a:lnTo>
                <a:cubicBezTo>
                  <a:pt x="4414722" y="0"/>
                  <a:pt x="4476750" y="62028"/>
                  <a:pt x="4476750" y="138543"/>
                </a:cubicBezTo>
                <a:lnTo>
                  <a:pt x="4476750" y="1004457"/>
                </a:lnTo>
                <a:cubicBezTo>
                  <a:pt x="4476750" y="1080972"/>
                  <a:pt x="4414722" y="1143000"/>
                  <a:pt x="4338207" y="1143000"/>
                </a:cubicBezTo>
                <a:lnTo>
                  <a:pt x="138543" y="1143000"/>
                </a:lnTo>
                <a:cubicBezTo>
                  <a:pt x="62028" y="1143000"/>
                  <a:pt x="0" y="1080972"/>
                  <a:pt x="0" y="1004457"/>
                </a:cubicBezTo>
                <a:lnTo>
                  <a:pt x="0" y="138543"/>
                </a:lnTo>
                <a:cubicBezTo>
                  <a:pt x="0" y="62028"/>
                  <a:pt x="62028" y="0"/>
                  <a:pt x="138543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4" name="Shape 31"/>
          <p:cNvSpPr/>
          <p:nvPr/>
        </p:nvSpPr>
        <p:spPr>
          <a:xfrm>
            <a:off x="7526464" y="5888182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0"/>
                </a:moveTo>
                <a:cubicBezTo>
                  <a:pt x="70517" y="0"/>
                  <a:pt x="71762" y="271"/>
                  <a:pt x="72899" y="785"/>
                </a:cubicBezTo>
                <a:lnTo>
                  <a:pt x="123879" y="22405"/>
                </a:lnTo>
                <a:cubicBezTo>
                  <a:pt x="129832" y="24922"/>
                  <a:pt x="134270" y="30794"/>
                  <a:pt x="134243" y="37884"/>
                </a:cubicBezTo>
                <a:cubicBezTo>
                  <a:pt x="134108" y="64727"/>
                  <a:pt x="123067" y="113840"/>
                  <a:pt x="76444" y="136164"/>
                </a:cubicBezTo>
                <a:cubicBezTo>
                  <a:pt x="71925" y="138329"/>
                  <a:pt x="66675" y="138329"/>
                  <a:pt x="62156" y="136164"/>
                </a:cubicBezTo>
                <a:cubicBezTo>
                  <a:pt x="15505" y="113840"/>
                  <a:pt x="4492" y="64727"/>
                  <a:pt x="4357" y="37884"/>
                </a:cubicBezTo>
                <a:cubicBezTo>
                  <a:pt x="4330" y="30794"/>
                  <a:pt x="8767" y="24922"/>
                  <a:pt x="14720" y="22405"/>
                </a:cubicBezTo>
                <a:lnTo>
                  <a:pt x="65674" y="785"/>
                </a:lnTo>
                <a:cubicBezTo>
                  <a:pt x="66810" y="271"/>
                  <a:pt x="68028" y="0"/>
                  <a:pt x="69273" y="0"/>
                </a:cubicBezTo>
                <a:close/>
                <a:moveTo>
                  <a:pt x="69273" y="18076"/>
                </a:moveTo>
                <a:lnTo>
                  <a:pt x="69273" y="120388"/>
                </a:lnTo>
                <a:cubicBezTo>
                  <a:pt x="106615" y="102313"/>
                  <a:pt x="116654" y="62264"/>
                  <a:pt x="116898" y="38289"/>
                </a:cubicBezTo>
                <a:lnTo>
                  <a:pt x="69273" y="18103"/>
                </a:lnTo>
                <a:lnTo>
                  <a:pt x="69273" y="181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29559" y="5853545"/>
            <a:ext cx="4048519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34041" y="6153730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102948" y="16598"/>
                </a:moveTo>
                <a:cubicBezTo>
                  <a:pt x="106334" y="19060"/>
                  <a:pt x="107092" y="23796"/>
                  <a:pt x="104630" y="27181"/>
                </a:cubicBezTo>
                <a:lnTo>
                  <a:pt x="44016" y="110525"/>
                </a:lnTo>
                <a:cubicBezTo>
                  <a:pt x="42714" y="112325"/>
                  <a:pt x="40701" y="113437"/>
                  <a:pt x="38475" y="113627"/>
                </a:cubicBezTo>
                <a:cubicBezTo>
                  <a:pt x="36250" y="113816"/>
                  <a:pt x="34095" y="112988"/>
                  <a:pt x="32532" y="111425"/>
                </a:cubicBezTo>
                <a:lnTo>
                  <a:pt x="2226" y="81118"/>
                </a:lnTo>
                <a:cubicBezTo>
                  <a:pt x="-734" y="78158"/>
                  <a:pt x="-734" y="73352"/>
                  <a:pt x="2226" y="70392"/>
                </a:cubicBezTo>
                <a:cubicBezTo>
                  <a:pt x="5185" y="67433"/>
                  <a:pt x="9992" y="67433"/>
                  <a:pt x="12951" y="70392"/>
                </a:cubicBezTo>
                <a:lnTo>
                  <a:pt x="36984" y="94425"/>
                </a:lnTo>
                <a:lnTo>
                  <a:pt x="92388" y="18255"/>
                </a:lnTo>
                <a:cubicBezTo>
                  <a:pt x="94851" y="14869"/>
                  <a:pt x="99586" y="14112"/>
                  <a:pt x="102972" y="165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7712241" y="6130636"/>
            <a:ext cx="4057178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Terms of Service agreement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34041" y="6361548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102948" y="16598"/>
                </a:moveTo>
                <a:cubicBezTo>
                  <a:pt x="106334" y="19060"/>
                  <a:pt x="107092" y="23796"/>
                  <a:pt x="104630" y="27181"/>
                </a:cubicBezTo>
                <a:lnTo>
                  <a:pt x="44016" y="110525"/>
                </a:lnTo>
                <a:cubicBezTo>
                  <a:pt x="42714" y="112325"/>
                  <a:pt x="40701" y="113437"/>
                  <a:pt x="38475" y="113627"/>
                </a:cubicBezTo>
                <a:cubicBezTo>
                  <a:pt x="36250" y="113816"/>
                  <a:pt x="34095" y="112988"/>
                  <a:pt x="32532" y="111425"/>
                </a:cubicBezTo>
                <a:lnTo>
                  <a:pt x="2226" y="81118"/>
                </a:lnTo>
                <a:cubicBezTo>
                  <a:pt x="-734" y="78158"/>
                  <a:pt x="-734" y="73352"/>
                  <a:pt x="2226" y="70392"/>
                </a:cubicBezTo>
                <a:cubicBezTo>
                  <a:pt x="5185" y="67433"/>
                  <a:pt x="9992" y="67433"/>
                  <a:pt x="12951" y="70392"/>
                </a:cubicBezTo>
                <a:lnTo>
                  <a:pt x="36984" y="94425"/>
                </a:lnTo>
                <a:lnTo>
                  <a:pt x="92388" y="18255"/>
                </a:lnTo>
                <a:cubicBezTo>
                  <a:pt x="94851" y="14869"/>
                  <a:pt x="99586" y="14112"/>
                  <a:pt x="102972" y="165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7712241" y="6338455"/>
            <a:ext cx="4057178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Policy acceptance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34041" y="6569366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102948" y="16598"/>
                </a:moveTo>
                <a:cubicBezTo>
                  <a:pt x="106334" y="19060"/>
                  <a:pt x="107092" y="23796"/>
                  <a:pt x="104630" y="27181"/>
                </a:cubicBezTo>
                <a:lnTo>
                  <a:pt x="44016" y="110525"/>
                </a:lnTo>
                <a:cubicBezTo>
                  <a:pt x="42714" y="112325"/>
                  <a:pt x="40701" y="113437"/>
                  <a:pt x="38475" y="113627"/>
                </a:cubicBezTo>
                <a:cubicBezTo>
                  <a:pt x="36250" y="113816"/>
                  <a:pt x="34095" y="112988"/>
                  <a:pt x="32532" y="111425"/>
                </a:cubicBezTo>
                <a:lnTo>
                  <a:pt x="2226" y="81118"/>
                </a:lnTo>
                <a:cubicBezTo>
                  <a:pt x="-734" y="78158"/>
                  <a:pt x="-734" y="73352"/>
                  <a:pt x="2226" y="70392"/>
                </a:cubicBezTo>
                <a:cubicBezTo>
                  <a:pt x="5185" y="67433"/>
                  <a:pt x="9992" y="67433"/>
                  <a:pt x="12951" y="70392"/>
                </a:cubicBezTo>
                <a:lnTo>
                  <a:pt x="36984" y="94425"/>
                </a:lnTo>
                <a:lnTo>
                  <a:pt x="92388" y="18255"/>
                </a:lnTo>
                <a:cubicBezTo>
                  <a:pt x="94851" y="14869"/>
                  <a:pt x="99586" y="14112"/>
                  <a:pt x="102972" y="165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7712241" y="6546273"/>
            <a:ext cx="4057178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opt-in option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06557" y="6482776"/>
            <a:ext cx="500623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541215" y="6373091"/>
            <a:ext cx="37234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1E293B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12</a:t>
            </a:r>
            <a:endParaRPr lang="en-US" sz="1600" dirty="0"/>
          </a:p>
        </p:txBody>
      </p:sp>
      <p:pic>
        <p:nvPicPr>
          <p:cNvPr id="44" name="Image 1" descr="https://kimi-img.moonshot.cn/pub/slides/26-03-02-04:58:24-d6iags5kjflnopo00o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64" y="1524000"/>
            <a:ext cx="6797386" cy="49303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90500" y="0"/>
                </a:moveTo>
                <a:lnTo>
                  <a:pt x="1181100" y="0"/>
                </a:lnTo>
                <a:cubicBezTo>
                  <a:pt x="1286240" y="0"/>
                  <a:pt x="1371600" y="85360"/>
                  <a:pt x="1371600" y="190500"/>
                </a:cubicBezTo>
                <a:lnTo>
                  <a:pt x="1371600" y="190500"/>
                </a:lnTo>
                <a:cubicBezTo>
                  <a:pt x="1371600" y="295640"/>
                  <a:pt x="1286240" y="381000"/>
                  <a:pt x="11811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213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3913" y="4572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PROGRESS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09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Milestones achieved in this phase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905000"/>
            <a:ext cx="7524750" cy="914400"/>
          </a:xfrm>
          <a:custGeom>
            <a:avLst/>
            <a:gdLst/>
            <a:ahLst/>
            <a:cxnLst/>
            <a:rect l="l" t="t" r="r" b="b"/>
            <a:pathLst>
              <a:path w="7524750" h="914400">
                <a:moveTo>
                  <a:pt x="38100" y="0"/>
                </a:moveTo>
                <a:lnTo>
                  <a:pt x="7372347" y="0"/>
                </a:lnTo>
                <a:cubicBezTo>
                  <a:pt x="7456517" y="0"/>
                  <a:pt x="7524750" y="68233"/>
                  <a:pt x="7524750" y="152403"/>
                </a:cubicBezTo>
                <a:lnTo>
                  <a:pt x="7524750" y="761997"/>
                </a:lnTo>
                <a:cubicBezTo>
                  <a:pt x="7524750" y="846167"/>
                  <a:pt x="7456517" y="914400"/>
                  <a:pt x="7372347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9050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095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24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20955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Homepage Layout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5400" y="2400300"/>
            <a:ext cx="566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HTML/CSS design with responsive structure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2952" y="21336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00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Rishat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81707" y="2400300"/>
            <a:ext cx="1052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Complete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971800"/>
            <a:ext cx="7524750" cy="914400"/>
          </a:xfrm>
          <a:custGeom>
            <a:avLst/>
            <a:gdLst/>
            <a:ahLst/>
            <a:cxnLst/>
            <a:rect l="l" t="t" r="r" b="b"/>
            <a:pathLst>
              <a:path w="7524750" h="914400">
                <a:moveTo>
                  <a:pt x="38100" y="0"/>
                </a:moveTo>
                <a:lnTo>
                  <a:pt x="7372347" y="0"/>
                </a:lnTo>
                <a:cubicBezTo>
                  <a:pt x="7456517" y="0"/>
                  <a:pt x="7524750" y="68233"/>
                  <a:pt x="7524750" y="152403"/>
                </a:cubicBezTo>
                <a:lnTo>
                  <a:pt x="7524750" y="761997"/>
                </a:lnTo>
                <a:cubicBezTo>
                  <a:pt x="7524750" y="846167"/>
                  <a:pt x="7456517" y="914400"/>
                  <a:pt x="7372347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971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3162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3425" y="3314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42888" y="42863"/>
                </a:moveTo>
                <a:cubicBezTo>
                  <a:pt x="248826" y="42863"/>
                  <a:pt x="253603" y="47640"/>
                  <a:pt x="253603" y="53578"/>
                </a:cubicBezTo>
                <a:lnTo>
                  <a:pt x="253603" y="75009"/>
                </a:lnTo>
                <a:lnTo>
                  <a:pt x="275034" y="75009"/>
                </a:lnTo>
                <a:cubicBezTo>
                  <a:pt x="280973" y="75009"/>
                  <a:pt x="285750" y="79787"/>
                  <a:pt x="285750" y="85725"/>
                </a:cubicBezTo>
                <a:cubicBezTo>
                  <a:pt x="285750" y="91663"/>
                  <a:pt x="280973" y="96441"/>
                  <a:pt x="275034" y="96441"/>
                </a:cubicBezTo>
                <a:lnTo>
                  <a:pt x="253603" y="96441"/>
                </a:lnTo>
                <a:lnTo>
                  <a:pt x="253603" y="117872"/>
                </a:lnTo>
                <a:cubicBezTo>
                  <a:pt x="253603" y="123810"/>
                  <a:pt x="248826" y="128588"/>
                  <a:pt x="242888" y="128588"/>
                </a:cubicBezTo>
                <a:cubicBezTo>
                  <a:pt x="236949" y="128588"/>
                  <a:pt x="232172" y="123810"/>
                  <a:pt x="232172" y="117872"/>
                </a:cubicBezTo>
                <a:lnTo>
                  <a:pt x="232172" y="96441"/>
                </a:lnTo>
                <a:lnTo>
                  <a:pt x="210741" y="96441"/>
                </a:lnTo>
                <a:cubicBezTo>
                  <a:pt x="204802" y="96441"/>
                  <a:pt x="200025" y="91663"/>
                  <a:pt x="200025" y="85725"/>
                </a:cubicBezTo>
                <a:cubicBezTo>
                  <a:pt x="200025" y="79787"/>
                  <a:pt x="204802" y="75009"/>
                  <a:pt x="210741" y="75009"/>
                </a:cubicBezTo>
                <a:lnTo>
                  <a:pt x="232172" y="75009"/>
                </a:lnTo>
                <a:lnTo>
                  <a:pt x="232172" y="53578"/>
                </a:lnTo>
                <a:cubicBezTo>
                  <a:pt x="232172" y="47640"/>
                  <a:pt x="236949" y="42863"/>
                  <a:pt x="242888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31623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Registration Page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3467100"/>
            <a:ext cx="566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validation and user input handling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2952" y="32004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00" b="1" dirty="0">
                <a:solidFill>
                  <a:srgbClr val="14B8A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Tamim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81707" y="3467100"/>
            <a:ext cx="1052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Complete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038600"/>
            <a:ext cx="7524750" cy="914400"/>
          </a:xfrm>
          <a:custGeom>
            <a:avLst/>
            <a:gdLst/>
            <a:ahLst/>
            <a:cxnLst/>
            <a:rect l="l" t="t" r="r" b="b"/>
            <a:pathLst>
              <a:path w="7524750" h="914400">
                <a:moveTo>
                  <a:pt x="38100" y="0"/>
                </a:moveTo>
                <a:lnTo>
                  <a:pt x="7372347" y="0"/>
                </a:lnTo>
                <a:cubicBezTo>
                  <a:pt x="7456517" y="0"/>
                  <a:pt x="7524750" y="68233"/>
                  <a:pt x="7524750" y="152403"/>
                </a:cubicBezTo>
                <a:lnTo>
                  <a:pt x="7524750" y="761997"/>
                </a:lnTo>
                <a:cubicBezTo>
                  <a:pt x="7524750" y="846167"/>
                  <a:pt x="7456517" y="914400"/>
                  <a:pt x="7372347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4038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422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38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4037" y="121890"/>
                </a:moveTo>
                <a:cubicBezTo>
                  <a:pt x="158234" y="117693"/>
                  <a:pt x="158234" y="110907"/>
                  <a:pt x="154037" y="106754"/>
                </a:cubicBezTo>
                <a:lnTo>
                  <a:pt x="89743" y="42416"/>
                </a:lnTo>
                <a:cubicBezTo>
                  <a:pt x="86663" y="39335"/>
                  <a:pt x="82064" y="38442"/>
                  <a:pt x="78045" y="40094"/>
                </a:cubicBezTo>
                <a:cubicBezTo>
                  <a:pt x="74027" y="41746"/>
                  <a:pt x="71438" y="45675"/>
                  <a:pt x="71438" y="50006"/>
                </a:cubicBezTo>
                <a:lnTo>
                  <a:pt x="71438" y="85725"/>
                </a:ln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21444"/>
                </a:lnTo>
                <a:cubicBezTo>
                  <a:pt x="0" y="133276"/>
                  <a:pt x="9599" y="142875"/>
                  <a:pt x="21431" y="142875"/>
                </a:cubicBezTo>
                <a:lnTo>
                  <a:pt x="71438" y="142875"/>
                </a:lnTo>
                <a:lnTo>
                  <a:pt x="71438" y="178594"/>
                </a:lnTo>
                <a:cubicBezTo>
                  <a:pt x="71438" y="182925"/>
                  <a:pt x="74027" y="186854"/>
                  <a:pt x="78045" y="188506"/>
                </a:cubicBezTo>
                <a:cubicBezTo>
                  <a:pt x="82064" y="190158"/>
                  <a:pt x="86663" y="189265"/>
                  <a:pt x="89743" y="186184"/>
                </a:cubicBezTo>
                <a:lnTo>
                  <a:pt x="154037" y="121890"/>
                </a:lnTo>
                <a:close/>
                <a:moveTo>
                  <a:pt x="157163" y="185738"/>
                </a:moveTo>
                <a:cubicBezTo>
                  <a:pt x="149260" y="185738"/>
                  <a:pt x="142875" y="192122"/>
                  <a:pt x="142875" y="200025"/>
                </a:cubicBezTo>
                <a:cubicBezTo>
                  <a:pt x="142875" y="207928"/>
                  <a:pt x="149260" y="214313"/>
                  <a:pt x="157163" y="214313"/>
                </a:cubicBezTo>
                <a:lnTo>
                  <a:pt x="185738" y="214313"/>
                </a:lnTo>
                <a:cubicBezTo>
                  <a:pt x="209401" y="214313"/>
                  <a:pt x="228600" y="195114"/>
                  <a:pt x="228600" y="171450"/>
                </a:cubicBezTo>
                <a:lnTo>
                  <a:pt x="228600" y="57150"/>
                </a:lnTo>
                <a:cubicBezTo>
                  <a:pt x="228600" y="33486"/>
                  <a:pt x="209401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cubicBezTo>
                  <a:pt x="142875" y="36478"/>
                  <a:pt x="149260" y="42863"/>
                  <a:pt x="157163" y="42863"/>
                </a:cubicBez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71450"/>
                </a:lnTo>
                <a:cubicBezTo>
                  <a:pt x="200025" y="179353"/>
                  <a:pt x="193640" y="185738"/>
                  <a:pt x="185738" y="185738"/>
                </a:cubicBezTo>
                <a:lnTo>
                  <a:pt x="157163" y="1857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42291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Login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5400" y="4533900"/>
            <a:ext cx="566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backend with Django views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52952" y="42672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00" b="1" dirty="0">
                <a:solidFill>
                  <a:srgbClr val="0D948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Fariha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81707" y="4533900"/>
            <a:ext cx="1052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Complete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5105400"/>
            <a:ext cx="7524750" cy="914400"/>
          </a:xfrm>
          <a:custGeom>
            <a:avLst/>
            <a:gdLst/>
            <a:ahLst/>
            <a:cxnLst/>
            <a:rect l="l" t="t" r="r" b="b"/>
            <a:pathLst>
              <a:path w="7524750" h="914400">
                <a:moveTo>
                  <a:pt x="38100" y="0"/>
                </a:moveTo>
                <a:lnTo>
                  <a:pt x="7372347" y="0"/>
                </a:lnTo>
                <a:cubicBezTo>
                  <a:pt x="7456517" y="0"/>
                  <a:pt x="7524750" y="68233"/>
                  <a:pt x="7524750" y="152403"/>
                </a:cubicBezTo>
                <a:lnTo>
                  <a:pt x="7524750" y="761997"/>
                </a:lnTo>
                <a:cubicBezTo>
                  <a:pt x="7524750" y="846167"/>
                  <a:pt x="7456517" y="914400"/>
                  <a:pt x="7372347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" y="51054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529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776288" y="544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95400" y="52959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 Models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95400" y="5600700"/>
            <a:ext cx="566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authentication models and schema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52952" y="53340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00" b="1" dirty="0">
                <a:solidFill>
                  <a:srgbClr val="14B8A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Fariha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90989" y="5600700"/>
            <a:ext cx="1143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Complete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53400" y="1905000"/>
            <a:ext cx="3657600" cy="4838700"/>
          </a:xfrm>
          <a:custGeom>
            <a:avLst/>
            <a:gdLst/>
            <a:ahLst/>
            <a:cxnLst/>
            <a:rect l="l" t="t" r="r" b="b"/>
            <a:pathLst>
              <a:path w="3657600" h="4838700">
                <a:moveTo>
                  <a:pt x="228600" y="0"/>
                </a:moveTo>
                <a:lnTo>
                  <a:pt x="3429000" y="0"/>
                </a:lnTo>
                <a:cubicBezTo>
                  <a:pt x="3555168" y="0"/>
                  <a:pt x="3657600" y="102432"/>
                  <a:pt x="3657600" y="228600"/>
                </a:cubicBezTo>
                <a:lnTo>
                  <a:pt x="3657600" y="4610100"/>
                </a:lnTo>
                <a:cubicBezTo>
                  <a:pt x="3657600" y="4736268"/>
                  <a:pt x="3555168" y="4838700"/>
                  <a:pt x="3429000" y="4838700"/>
                </a:cubicBezTo>
                <a:lnTo>
                  <a:pt x="228600" y="4838700"/>
                </a:lnTo>
                <a:cubicBezTo>
                  <a:pt x="102432" y="4838700"/>
                  <a:pt x="0" y="4736268"/>
                  <a:pt x="0" y="46101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8324850" y="21336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Team Contributions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2667000"/>
            <a:ext cx="3200400" cy="1181100"/>
          </a:xfrm>
          <a:custGeom>
            <a:avLst/>
            <a:gdLst/>
            <a:ahLst/>
            <a:cxnLst/>
            <a:rect l="l" t="t" r="r" b="b"/>
            <a:pathLst>
              <a:path w="3200400" h="1181100">
                <a:moveTo>
                  <a:pt x="114295" y="0"/>
                </a:moveTo>
                <a:lnTo>
                  <a:pt x="3086105" y="0"/>
                </a:lnTo>
                <a:cubicBezTo>
                  <a:pt x="3149228" y="0"/>
                  <a:pt x="3200400" y="51172"/>
                  <a:pt x="3200400" y="114295"/>
                </a:cubicBezTo>
                <a:lnTo>
                  <a:pt x="3200400" y="1066805"/>
                </a:lnTo>
                <a:cubicBezTo>
                  <a:pt x="3200400" y="1129928"/>
                  <a:pt x="3149228" y="1181100"/>
                  <a:pt x="30861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34400" y="2838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632230" y="29146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29700" y="2819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Rishat Bin Sultan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29700" y="3048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2312559042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61784" y="33401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763000" y="33147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Homepage design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61784" y="35306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763000" y="35052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82000" y="4000500"/>
            <a:ext cx="3200400" cy="1181100"/>
          </a:xfrm>
          <a:custGeom>
            <a:avLst/>
            <a:gdLst/>
            <a:ahLst/>
            <a:cxnLst/>
            <a:rect l="l" t="t" r="r" b="b"/>
            <a:pathLst>
              <a:path w="3200400" h="1181100">
                <a:moveTo>
                  <a:pt x="114295" y="0"/>
                </a:moveTo>
                <a:lnTo>
                  <a:pt x="3086105" y="0"/>
                </a:lnTo>
                <a:cubicBezTo>
                  <a:pt x="3149228" y="0"/>
                  <a:pt x="3200400" y="51172"/>
                  <a:pt x="3200400" y="114295"/>
                </a:cubicBezTo>
                <a:lnTo>
                  <a:pt x="3200400" y="1066805"/>
                </a:lnTo>
                <a:cubicBezTo>
                  <a:pt x="3200400" y="1129928"/>
                  <a:pt x="3149228" y="1181100"/>
                  <a:pt x="30861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34400" y="4171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660904" y="4248150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29700" y="41529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Fariha Islam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29700" y="43815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2311101642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61784" y="46736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763000" y="46482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authentication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61784" y="48641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763000" y="48387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models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82000" y="5334000"/>
            <a:ext cx="3200400" cy="1181100"/>
          </a:xfrm>
          <a:custGeom>
            <a:avLst/>
            <a:gdLst/>
            <a:ahLst/>
            <a:cxnLst/>
            <a:rect l="l" t="t" r="r" b="b"/>
            <a:pathLst>
              <a:path w="3200400" h="1181100">
                <a:moveTo>
                  <a:pt x="114295" y="0"/>
                </a:moveTo>
                <a:lnTo>
                  <a:pt x="3086105" y="0"/>
                </a:lnTo>
                <a:cubicBezTo>
                  <a:pt x="3149228" y="0"/>
                  <a:pt x="3200400" y="51172"/>
                  <a:pt x="3200400" y="114295"/>
                </a:cubicBezTo>
                <a:lnTo>
                  <a:pt x="3200400" y="1066805"/>
                </a:lnTo>
                <a:cubicBezTo>
                  <a:pt x="3200400" y="1129928"/>
                  <a:pt x="3149228" y="1181100"/>
                  <a:pt x="30861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34400" y="5505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626673" y="558165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029700" y="54864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MD Tamim Hasan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29700" y="57150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2232239642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61784" y="60071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763000" y="59817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page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61784" y="619760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763000" y="61722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 views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81000" y="6324600"/>
            <a:ext cx="4772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461652" y="632460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Quattrocento Sans</vt:lpstr>
      <vt:lpstr>Hedvig Letters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Petdoc: Smart Veterinary System</dc:title>
  <dc:subject>Petdoc: Smart Veterinary System</dc:subject>
  <dc:creator>Kimi</dc:creator>
  <cp:lastModifiedBy>Fariha Islam</cp:lastModifiedBy>
  <cp:revision>2</cp:revision>
  <dcterms:created xsi:type="dcterms:W3CDTF">2026-03-01T21:10:20Z</dcterms:created>
  <dcterms:modified xsi:type="dcterms:W3CDTF">2026-03-01T21:13:57Z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{"Label":"Petdoc: Smart Veterinary System","ContentProducer":"001191110108MACG2KBH8F10000","ProduceID":"19cab22a-4732-8b74-8000-000052f0e9f4","ReservedCode1":"","ContentPropagator":"001191110108MACG2KBH8F20000","PropagateID":"19cab22a-4732-8b74-8000-000052f0e9f4","ReservedCode2":""}</vt:lpwstr>
  </property>
</Properties>
</file>