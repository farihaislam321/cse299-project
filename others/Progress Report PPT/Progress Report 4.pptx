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0"/>
    <p:sldId id="269" r:id="rId11"/>
    <p:sldId id="264" r:id="rId12"/>
    <p:sldId id="270" r:id="rId13"/>
    <p:sldId id="265" r:id="rId14"/>
    <p:sldId id="266" r:id="rId15"/>
    <p:sldId id="267" r:id="rId16"/>
  </p:sldIdLst>
  <p:sldSz cx="12192000" cy="6858000"/>
  <p:notesSz cx="6858000" cy="12192000"/>
  <p:embeddedFontLst>
    <p:embeddedFont>
      <p:font typeface="微软雅黑" panose="020B0503020204020204" pitchFamily="34" charset="-122"/>
      <p:regular r:id="rId18"/>
      <p:bold r:id="rId19"/>
    </p:embeddedFont>
    <p:embeddedFont>
      <p:font typeface="Liter" panose="020B0604020202020204" charset="0"/>
      <p:regular r:id="rId20"/>
    </p:embeddedFont>
    <p:embeddedFont>
      <p:font typeface="Quattrocento Sans" panose="020B0502050000020003" pitchFamily="34" charset="0"/>
      <p:regular r:id="rId21"/>
      <p:bold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9" d="100"/>
          <a:sy n="59" d="100"/>
        </p:scale>
        <p:origin x="94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7443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5D3F4-4F60-4339-C68C-1F7BCB2EB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824BAD-2F61-026F-2CBB-CE27E3D803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4CE253-1581-2B33-59BE-322A5661C2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B7B00-AE2B-F45E-33CE-F427410FEB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8723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48BC9-2E56-1006-C96E-836A4E65F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2943DF-7F17-EB16-B038-A19E912661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48A2F5-ED1F-AF7C-91EF-F12CD2F4B1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6FB065-B9F2-52BB-6606-D91BB3EA94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2850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F20B0-E99D-3DA2-0EAA-F5BBA7C6F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74E0BF-66F0-14F3-40A0-D55203DD90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162C5F-AFED-6771-B4C6-EB1ADF3BEB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506D48-1FD0-08B2-0398-BDE8EB1991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8669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D9488">
                  <a:alpha val="10000"/>
                </a:srgbClr>
              </a:gs>
              <a:gs pos="50000">
                <a:srgbClr val="000000">
                  <a:alpha val="0"/>
                </a:srgbClr>
              </a:gs>
              <a:gs pos="100000">
                <a:srgbClr val="14B8A6">
                  <a:alpha val="5000"/>
                </a:srgbClr>
              </a:gs>
            </a:gsLst>
            <a:lin ang="27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5638800" y="1190625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228600" y="0"/>
                </a:moveTo>
                <a:lnTo>
                  <a:pt x="685800" y="0"/>
                </a:lnTo>
                <a:cubicBezTo>
                  <a:pt x="811968" y="0"/>
                  <a:pt x="914400" y="102432"/>
                  <a:pt x="914400" y="228600"/>
                </a:cubicBezTo>
                <a:lnTo>
                  <a:pt x="914400" y="685800"/>
                </a:lnTo>
                <a:cubicBezTo>
                  <a:pt x="914400" y="811968"/>
                  <a:pt x="811968" y="914400"/>
                  <a:pt x="685800" y="914400"/>
                </a:cubicBezTo>
                <a:lnTo>
                  <a:pt x="228600" y="914400"/>
                </a:lnTo>
                <a:cubicBezTo>
                  <a:pt x="102432" y="914400"/>
                  <a:pt x="0" y="811968"/>
                  <a:pt x="0" y="6858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0D9488"/>
          </a:solidFill>
          <a:ln/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850033" y="2638425"/>
            <a:ext cx="84963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5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Smart Veterinary System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45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with AI-Based Disease Detection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0" y="4295775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19050" y="0"/>
                </a:moveTo>
                <a:lnTo>
                  <a:pt x="1200150" y="0"/>
                </a:lnTo>
                <a:cubicBezTo>
                  <a:pt x="1210664" y="0"/>
                  <a:pt x="1219200" y="8536"/>
                  <a:pt x="1219200" y="19050"/>
                </a:cubicBezTo>
                <a:lnTo>
                  <a:pt x="1219200" y="19050"/>
                </a:lnTo>
                <a:cubicBezTo>
                  <a:pt x="1219200" y="29564"/>
                  <a:pt x="1210664" y="38100"/>
                  <a:pt x="12001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4462760" y="4638675"/>
            <a:ext cx="32670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CSE 299 | Section 04 | Group 05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378796" y="5448300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20819" y="402"/>
                </a:moveTo>
                <a:cubicBezTo>
                  <a:pt x="115126" y="-1239"/>
                  <a:pt x="109199" y="2076"/>
                  <a:pt x="107558" y="7769"/>
                </a:cubicBezTo>
                <a:lnTo>
                  <a:pt x="64696" y="157788"/>
                </a:lnTo>
                <a:cubicBezTo>
                  <a:pt x="63055" y="163480"/>
                  <a:pt x="66370" y="169407"/>
                  <a:pt x="72063" y="171048"/>
                </a:cubicBezTo>
                <a:cubicBezTo>
                  <a:pt x="77755" y="172689"/>
                  <a:pt x="83682" y="169374"/>
                  <a:pt x="85323" y="163681"/>
                </a:cubicBezTo>
                <a:lnTo>
                  <a:pt x="128186" y="13662"/>
                </a:lnTo>
                <a:cubicBezTo>
                  <a:pt x="129826" y="7970"/>
                  <a:pt x="126511" y="2043"/>
                  <a:pt x="120819" y="402"/>
                </a:cubicBezTo>
                <a:close/>
                <a:moveTo>
                  <a:pt x="142451" y="45977"/>
                </a:moveTo>
                <a:cubicBezTo>
                  <a:pt x="138265" y="50163"/>
                  <a:pt x="138265" y="56960"/>
                  <a:pt x="142451" y="61146"/>
                </a:cubicBezTo>
                <a:lnTo>
                  <a:pt x="167030" y="85725"/>
                </a:lnTo>
                <a:lnTo>
                  <a:pt x="142451" y="110304"/>
                </a:lnTo>
                <a:cubicBezTo>
                  <a:pt x="138265" y="114490"/>
                  <a:pt x="138265" y="121287"/>
                  <a:pt x="142451" y="125473"/>
                </a:cubicBezTo>
                <a:cubicBezTo>
                  <a:pt x="146637" y="129659"/>
                  <a:pt x="153434" y="129659"/>
                  <a:pt x="157620" y="125473"/>
                </a:cubicBezTo>
                <a:lnTo>
                  <a:pt x="189767" y="93326"/>
                </a:lnTo>
                <a:cubicBezTo>
                  <a:pt x="193953" y="89141"/>
                  <a:pt x="193953" y="82343"/>
                  <a:pt x="189767" y="78157"/>
                </a:cubicBezTo>
                <a:lnTo>
                  <a:pt x="157620" y="46010"/>
                </a:lnTo>
                <a:cubicBezTo>
                  <a:pt x="153434" y="41824"/>
                  <a:pt x="146637" y="41824"/>
                  <a:pt x="142451" y="46010"/>
                </a:cubicBezTo>
                <a:close/>
                <a:moveTo>
                  <a:pt x="50464" y="45977"/>
                </a:moveTo>
                <a:cubicBezTo>
                  <a:pt x="46278" y="41791"/>
                  <a:pt x="39480" y="41791"/>
                  <a:pt x="35295" y="45977"/>
                </a:cubicBezTo>
                <a:lnTo>
                  <a:pt x="3148" y="78124"/>
                </a:lnTo>
                <a:cubicBezTo>
                  <a:pt x="-1038" y="82309"/>
                  <a:pt x="-1038" y="89107"/>
                  <a:pt x="3148" y="93293"/>
                </a:cubicBezTo>
                <a:lnTo>
                  <a:pt x="35295" y="125440"/>
                </a:lnTo>
                <a:cubicBezTo>
                  <a:pt x="39480" y="129626"/>
                  <a:pt x="46278" y="129626"/>
                  <a:pt x="50464" y="125440"/>
                </a:cubicBezTo>
                <a:cubicBezTo>
                  <a:pt x="54650" y="121254"/>
                  <a:pt x="54650" y="114456"/>
                  <a:pt x="50464" y="110270"/>
                </a:cubicBezTo>
                <a:lnTo>
                  <a:pt x="25885" y="85725"/>
                </a:lnTo>
                <a:lnTo>
                  <a:pt x="50430" y="61146"/>
                </a:lnTo>
                <a:cubicBezTo>
                  <a:pt x="54616" y="56960"/>
                  <a:pt x="54616" y="50163"/>
                  <a:pt x="50430" y="45977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9" name="Shape 7"/>
          <p:cNvSpPr/>
          <p:nvPr/>
        </p:nvSpPr>
        <p:spPr>
          <a:xfrm>
            <a:off x="5371406" y="5448300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8037" y="-5358"/>
                </a:moveTo>
                <a:cubicBezTo>
                  <a:pt x="3583" y="-5358"/>
                  <a:pt x="0" y="-1775"/>
                  <a:pt x="0" y="2679"/>
                </a:cubicBezTo>
                <a:cubicBezTo>
                  <a:pt x="0" y="7133"/>
                  <a:pt x="3583" y="10716"/>
                  <a:pt x="8037" y="10716"/>
                </a:cubicBezTo>
                <a:lnTo>
                  <a:pt x="23206" y="10716"/>
                </a:lnTo>
                <a:cubicBezTo>
                  <a:pt x="24512" y="10716"/>
                  <a:pt x="25617" y="11653"/>
                  <a:pt x="25851" y="12926"/>
                </a:cubicBezTo>
                <a:lnTo>
                  <a:pt x="43298" y="108797"/>
                </a:lnTo>
                <a:cubicBezTo>
                  <a:pt x="45374" y="120249"/>
                  <a:pt x="55353" y="128588"/>
                  <a:pt x="67006" y="128588"/>
                </a:cubicBezTo>
                <a:lnTo>
                  <a:pt x="152698" y="128588"/>
                </a:lnTo>
                <a:cubicBezTo>
                  <a:pt x="157151" y="128588"/>
                  <a:pt x="160734" y="125004"/>
                  <a:pt x="160734" y="120551"/>
                </a:cubicBezTo>
                <a:cubicBezTo>
                  <a:pt x="160734" y="116097"/>
                  <a:pt x="157151" y="112514"/>
                  <a:pt x="152698" y="112514"/>
                </a:cubicBezTo>
                <a:lnTo>
                  <a:pt x="67006" y="112514"/>
                </a:lnTo>
                <a:cubicBezTo>
                  <a:pt x="63122" y="112514"/>
                  <a:pt x="59807" y="109735"/>
                  <a:pt x="59103" y="105917"/>
                </a:cubicBezTo>
                <a:lnTo>
                  <a:pt x="57396" y="96441"/>
                </a:lnTo>
                <a:lnTo>
                  <a:pt x="159060" y="96441"/>
                </a:lnTo>
                <a:cubicBezTo>
                  <a:pt x="169374" y="96441"/>
                  <a:pt x="178214" y="89107"/>
                  <a:pt x="180123" y="78961"/>
                </a:cubicBezTo>
                <a:lnTo>
                  <a:pt x="190504" y="23407"/>
                </a:lnTo>
                <a:cubicBezTo>
                  <a:pt x="191743" y="16810"/>
                  <a:pt x="186686" y="10716"/>
                  <a:pt x="179956" y="10716"/>
                </a:cubicBezTo>
                <a:lnTo>
                  <a:pt x="41757" y="10716"/>
                </a:lnTo>
                <a:lnTo>
                  <a:pt x="41624" y="10046"/>
                </a:lnTo>
                <a:cubicBezTo>
                  <a:pt x="40016" y="1139"/>
                  <a:pt x="32247" y="-5358"/>
                  <a:pt x="23173" y="-5358"/>
                </a:cubicBezTo>
                <a:lnTo>
                  <a:pt x="8037" y="-5358"/>
                </a:lnTo>
                <a:close/>
                <a:moveTo>
                  <a:pt x="69652" y="171450"/>
                </a:moveTo>
                <a:cubicBezTo>
                  <a:pt x="78523" y="171450"/>
                  <a:pt x="85725" y="164248"/>
                  <a:pt x="85725" y="155377"/>
                </a:cubicBezTo>
                <a:cubicBezTo>
                  <a:pt x="85725" y="146505"/>
                  <a:pt x="78523" y="139303"/>
                  <a:pt x="69652" y="139303"/>
                </a:cubicBezTo>
                <a:cubicBezTo>
                  <a:pt x="60780" y="139303"/>
                  <a:pt x="53578" y="146505"/>
                  <a:pt x="53578" y="155377"/>
                </a:cubicBezTo>
                <a:cubicBezTo>
                  <a:pt x="53578" y="164248"/>
                  <a:pt x="60780" y="171450"/>
                  <a:pt x="69652" y="171450"/>
                </a:cubicBezTo>
                <a:close/>
                <a:moveTo>
                  <a:pt x="144661" y="171450"/>
                </a:moveTo>
                <a:cubicBezTo>
                  <a:pt x="153532" y="171450"/>
                  <a:pt x="160734" y="164248"/>
                  <a:pt x="160734" y="155377"/>
                </a:cubicBezTo>
                <a:cubicBezTo>
                  <a:pt x="160734" y="146505"/>
                  <a:pt x="153532" y="139303"/>
                  <a:pt x="144661" y="139303"/>
                </a:cubicBezTo>
                <a:cubicBezTo>
                  <a:pt x="135790" y="139303"/>
                  <a:pt x="128588" y="146505"/>
                  <a:pt x="128588" y="155377"/>
                </a:cubicBezTo>
                <a:cubicBezTo>
                  <a:pt x="128588" y="164248"/>
                  <a:pt x="135790" y="171450"/>
                  <a:pt x="144661" y="171450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10" name="Shape 8"/>
          <p:cNvSpPr/>
          <p:nvPr/>
        </p:nvSpPr>
        <p:spPr>
          <a:xfrm>
            <a:off x="7654330" y="54483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40184" y="18752"/>
                </a:moveTo>
                <a:cubicBezTo>
                  <a:pt x="40184" y="8405"/>
                  <a:pt x="48589" y="0"/>
                  <a:pt x="58936" y="0"/>
                </a:cubicBezTo>
                <a:lnTo>
                  <a:pt x="66973" y="0"/>
                </a:lnTo>
                <a:cubicBezTo>
                  <a:pt x="72900" y="0"/>
                  <a:pt x="77688" y="4789"/>
                  <a:pt x="77688" y="10716"/>
                </a:cubicBezTo>
                <a:lnTo>
                  <a:pt x="77688" y="160734"/>
                </a:lnTo>
                <a:cubicBezTo>
                  <a:pt x="77688" y="166661"/>
                  <a:pt x="72900" y="171450"/>
                  <a:pt x="66973" y="171450"/>
                </a:cubicBezTo>
                <a:lnTo>
                  <a:pt x="56257" y="171450"/>
                </a:lnTo>
                <a:cubicBezTo>
                  <a:pt x="46278" y="171450"/>
                  <a:pt x="37873" y="164619"/>
                  <a:pt x="35496" y="155377"/>
                </a:cubicBezTo>
                <a:cubicBezTo>
                  <a:pt x="35261" y="155377"/>
                  <a:pt x="35060" y="155377"/>
                  <a:pt x="34826" y="155377"/>
                </a:cubicBezTo>
                <a:cubicBezTo>
                  <a:pt x="20025" y="155377"/>
                  <a:pt x="8037" y="143388"/>
                  <a:pt x="8037" y="128588"/>
                </a:cubicBezTo>
                <a:cubicBezTo>
                  <a:pt x="8037" y="122560"/>
                  <a:pt x="10046" y="117001"/>
                  <a:pt x="13395" y="112514"/>
                </a:cubicBezTo>
                <a:cubicBezTo>
                  <a:pt x="6898" y="107625"/>
                  <a:pt x="2679" y="99856"/>
                  <a:pt x="2679" y="91083"/>
                </a:cubicBezTo>
                <a:cubicBezTo>
                  <a:pt x="2679" y="80736"/>
                  <a:pt x="8573" y="71728"/>
                  <a:pt x="17145" y="67274"/>
                </a:cubicBezTo>
                <a:cubicBezTo>
                  <a:pt x="14767" y="63256"/>
                  <a:pt x="13395" y="58568"/>
                  <a:pt x="13395" y="53578"/>
                </a:cubicBezTo>
                <a:cubicBezTo>
                  <a:pt x="13395" y="38777"/>
                  <a:pt x="25383" y="26789"/>
                  <a:pt x="40184" y="26789"/>
                </a:cubicBezTo>
                <a:lnTo>
                  <a:pt x="40184" y="18752"/>
                </a:lnTo>
                <a:close/>
                <a:moveTo>
                  <a:pt x="131266" y="18752"/>
                </a:moveTo>
                <a:lnTo>
                  <a:pt x="131266" y="26789"/>
                </a:lnTo>
                <a:cubicBezTo>
                  <a:pt x="146067" y="26789"/>
                  <a:pt x="158055" y="38777"/>
                  <a:pt x="158055" y="53578"/>
                </a:cubicBezTo>
                <a:cubicBezTo>
                  <a:pt x="158055" y="58601"/>
                  <a:pt x="156683" y="63289"/>
                  <a:pt x="154305" y="67274"/>
                </a:cubicBezTo>
                <a:cubicBezTo>
                  <a:pt x="162911" y="71728"/>
                  <a:pt x="168771" y="80702"/>
                  <a:pt x="168771" y="91083"/>
                </a:cubicBezTo>
                <a:cubicBezTo>
                  <a:pt x="168771" y="99856"/>
                  <a:pt x="164552" y="107625"/>
                  <a:pt x="158055" y="112514"/>
                </a:cubicBezTo>
                <a:cubicBezTo>
                  <a:pt x="161404" y="117001"/>
                  <a:pt x="163413" y="122560"/>
                  <a:pt x="163413" y="128588"/>
                </a:cubicBezTo>
                <a:cubicBezTo>
                  <a:pt x="163413" y="143388"/>
                  <a:pt x="151425" y="155377"/>
                  <a:pt x="136624" y="155377"/>
                </a:cubicBezTo>
                <a:cubicBezTo>
                  <a:pt x="136390" y="155377"/>
                  <a:pt x="136189" y="155377"/>
                  <a:pt x="135954" y="155377"/>
                </a:cubicBezTo>
                <a:cubicBezTo>
                  <a:pt x="133577" y="164619"/>
                  <a:pt x="125172" y="171450"/>
                  <a:pt x="115193" y="171450"/>
                </a:cubicBezTo>
                <a:lnTo>
                  <a:pt x="104477" y="171450"/>
                </a:lnTo>
                <a:cubicBezTo>
                  <a:pt x="98550" y="171450"/>
                  <a:pt x="93762" y="166661"/>
                  <a:pt x="93762" y="160734"/>
                </a:cubicBezTo>
                <a:lnTo>
                  <a:pt x="93762" y="10716"/>
                </a:lnTo>
                <a:cubicBezTo>
                  <a:pt x="93762" y="4789"/>
                  <a:pt x="98550" y="0"/>
                  <a:pt x="104477" y="0"/>
                </a:cubicBezTo>
                <a:lnTo>
                  <a:pt x="112514" y="0"/>
                </a:lnTo>
                <a:cubicBezTo>
                  <a:pt x="122861" y="0"/>
                  <a:pt x="131266" y="8405"/>
                  <a:pt x="131266" y="18752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381000" y="6045200"/>
            <a:ext cx="7682979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Group 05 | Rishat Bin Sultan, Fariha Islam, Nafia Haque Muskan, MD Tamim Hasan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730816" y="1419225"/>
            <a:ext cx="730368" cy="685800"/>
          </a:xfrm>
          <a:custGeom>
            <a:avLst/>
            <a:gdLst/>
            <a:ahLst/>
            <a:cxnLst/>
            <a:rect l="l" t="t" r="r" b="b"/>
            <a:pathLst>
              <a:path w="730368" h="685800">
                <a:moveTo>
                  <a:pt x="40576" y="150019"/>
                </a:moveTo>
                <a:cubicBezTo>
                  <a:pt x="61625" y="150019"/>
                  <a:pt x="78870" y="166896"/>
                  <a:pt x="80898" y="188461"/>
                </a:cubicBezTo>
                <a:lnTo>
                  <a:pt x="81279" y="197301"/>
                </a:lnTo>
                <a:cubicBezTo>
                  <a:pt x="83434" y="218867"/>
                  <a:pt x="100679" y="235744"/>
                  <a:pt x="121728" y="235744"/>
                </a:cubicBezTo>
                <a:lnTo>
                  <a:pt x="348827" y="235744"/>
                </a:lnTo>
                <a:lnTo>
                  <a:pt x="527488" y="316647"/>
                </a:lnTo>
                <a:lnTo>
                  <a:pt x="527488" y="642938"/>
                </a:lnTo>
                <a:cubicBezTo>
                  <a:pt x="527488" y="666646"/>
                  <a:pt x="509356" y="685800"/>
                  <a:pt x="486912" y="685800"/>
                </a:cubicBezTo>
                <a:lnTo>
                  <a:pt x="446336" y="685800"/>
                </a:lnTo>
                <a:cubicBezTo>
                  <a:pt x="423893" y="685800"/>
                  <a:pt x="405760" y="666646"/>
                  <a:pt x="405760" y="642938"/>
                </a:cubicBezTo>
                <a:lnTo>
                  <a:pt x="405760" y="467067"/>
                </a:lnTo>
                <a:cubicBezTo>
                  <a:pt x="375328" y="483543"/>
                  <a:pt x="340839" y="492919"/>
                  <a:pt x="304320" y="492919"/>
                </a:cubicBezTo>
                <a:cubicBezTo>
                  <a:pt x="267802" y="492919"/>
                  <a:pt x="233312" y="483543"/>
                  <a:pt x="202880" y="467067"/>
                </a:cubicBezTo>
                <a:lnTo>
                  <a:pt x="202880" y="642938"/>
                </a:lnTo>
                <a:cubicBezTo>
                  <a:pt x="202880" y="666646"/>
                  <a:pt x="184748" y="685800"/>
                  <a:pt x="162304" y="685800"/>
                </a:cubicBezTo>
                <a:lnTo>
                  <a:pt x="121728" y="685800"/>
                </a:lnTo>
                <a:cubicBezTo>
                  <a:pt x="99284" y="685800"/>
                  <a:pt x="81152" y="666646"/>
                  <a:pt x="81152" y="642938"/>
                </a:cubicBezTo>
                <a:lnTo>
                  <a:pt x="81152" y="313968"/>
                </a:lnTo>
                <a:cubicBezTo>
                  <a:pt x="33856" y="296287"/>
                  <a:pt x="0" y="248870"/>
                  <a:pt x="0" y="192881"/>
                </a:cubicBezTo>
                <a:cubicBezTo>
                  <a:pt x="0" y="169173"/>
                  <a:pt x="18132" y="150019"/>
                  <a:pt x="40576" y="150019"/>
                </a:cubicBezTo>
                <a:close/>
                <a:moveTo>
                  <a:pt x="451155" y="-42862"/>
                </a:moveTo>
                <a:cubicBezTo>
                  <a:pt x="460918" y="-42862"/>
                  <a:pt x="470048" y="-38040"/>
                  <a:pt x="476008" y="-29736"/>
                </a:cubicBezTo>
                <a:lnTo>
                  <a:pt x="497056" y="0"/>
                </a:lnTo>
                <a:lnTo>
                  <a:pt x="563119" y="0"/>
                </a:lnTo>
                <a:cubicBezTo>
                  <a:pt x="579223" y="0"/>
                  <a:pt x="594692" y="6831"/>
                  <a:pt x="606104" y="18886"/>
                </a:cubicBezTo>
                <a:lnTo>
                  <a:pt x="628928" y="42863"/>
                </a:lnTo>
                <a:lnTo>
                  <a:pt x="699936" y="42863"/>
                </a:lnTo>
                <a:cubicBezTo>
                  <a:pt x="716801" y="42863"/>
                  <a:pt x="730368" y="57195"/>
                  <a:pt x="730368" y="75009"/>
                </a:cubicBezTo>
                <a:lnTo>
                  <a:pt x="730368" y="107156"/>
                </a:lnTo>
                <a:cubicBezTo>
                  <a:pt x="730368" y="166360"/>
                  <a:pt x="684974" y="214313"/>
                  <a:pt x="628928" y="214313"/>
                </a:cubicBezTo>
                <a:lnTo>
                  <a:pt x="547776" y="214313"/>
                </a:lnTo>
                <a:lnTo>
                  <a:pt x="538900" y="251817"/>
                </a:lnTo>
                <a:lnTo>
                  <a:pt x="380781" y="180290"/>
                </a:lnTo>
                <a:lnTo>
                  <a:pt x="420849" y="-16877"/>
                </a:lnTo>
                <a:cubicBezTo>
                  <a:pt x="423893" y="-32013"/>
                  <a:pt x="436446" y="-42862"/>
                  <a:pt x="451155" y="-42862"/>
                </a:cubicBezTo>
                <a:close/>
                <a:moveTo>
                  <a:pt x="568064" y="58936"/>
                </a:moveTo>
                <a:cubicBezTo>
                  <a:pt x="554068" y="58936"/>
                  <a:pt x="542704" y="70940"/>
                  <a:pt x="542704" y="85725"/>
                </a:cubicBezTo>
                <a:cubicBezTo>
                  <a:pt x="542704" y="100510"/>
                  <a:pt x="554068" y="112514"/>
                  <a:pt x="568064" y="112514"/>
                </a:cubicBezTo>
                <a:cubicBezTo>
                  <a:pt x="582061" y="112514"/>
                  <a:pt x="593424" y="100510"/>
                  <a:pt x="593424" y="85725"/>
                </a:cubicBezTo>
                <a:cubicBezTo>
                  <a:pt x="593424" y="70940"/>
                  <a:pt x="582061" y="58936"/>
                  <a:pt x="568064" y="58936"/>
                </a:cubicBezTo>
                <a:close/>
              </a:path>
            </a:pathLst>
          </a:custGeom>
          <a:solidFill>
            <a:srgbClr val="FFFFFF"/>
          </a:solidFill>
          <a:ln/>
        </p:spPr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19100"/>
            <a:ext cx="76200" cy="304800"/>
          </a:xfrm>
          <a:custGeom>
            <a:avLst/>
            <a:gdLst/>
            <a:ahLst/>
            <a:cxnLst/>
            <a:rect l="l" t="t" r="r" b="b"/>
            <a:pathLst>
              <a:path w="76200" h="3048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266700"/>
                </a:lnTo>
                <a:cubicBezTo>
                  <a:pt x="76200" y="287728"/>
                  <a:pt x="59128" y="304800"/>
                  <a:pt x="381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71500" y="381000"/>
            <a:ext cx="27336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Overview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838200"/>
            <a:ext cx="11325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comprehensive platform combining veterinary e-commerce with AI-powered healthcare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00049" y="1333500"/>
            <a:ext cx="5637457" cy="1981200"/>
          </a:xfrm>
          <a:custGeom>
            <a:avLst/>
            <a:gdLst/>
            <a:ahLst/>
            <a:cxnLst/>
            <a:rect l="l" t="t" r="r" b="b"/>
            <a:pathLst>
              <a:path w="5581650" h="1981200">
                <a:moveTo>
                  <a:pt x="38100" y="0"/>
                </a:moveTo>
                <a:lnTo>
                  <a:pt x="5429256" y="0"/>
                </a:lnTo>
                <a:cubicBezTo>
                  <a:pt x="5513421" y="0"/>
                  <a:pt x="5581650" y="68229"/>
                  <a:pt x="5581650" y="152394"/>
                </a:cubicBezTo>
                <a:lnTo>
                  <a:pt x="5581650" y="1828806"/>
                </a:lnTo>
                <a:cubicBezTo>
                  <a:pt x="5581650" y="1912971"/>
                  <a:pt x="5513421" y="1981200"/>
                  <a:pt x="5429256" y="1981200"/>
                </a:cubicBezTo>
                <a:lnTo>
                  <a:pt x="38100" y="1981200"/>
                </a:lnTo>
                <a:cubicBezTo>
                  <a:pt x="17072" y="1981200"/>
                  <a:pt x="0" y="1964128"/>
                  <a:pt x="0" y="1943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00050" y="1333500"/>
            <a:ext cx="38100" cy="1981200"/>
          </a:xfrm>
          <a:custGeom>
            <a:avLst/>
            <a:gdLst/>
            <a:ahLst/>
            <a:cxnLst/>
            <a:rect l="l" t="t" r="r" b="b"/>
            <a:pathLst>
              <a:path w="38100" h="1981200">
                <a:moveTo>
                  <a:pt x="38100" y="0"/>
                </a:moveTo>
                <a:lnTo>
                  <a:pt x="38100" y="0"/>
                </a:lnTo>
                <a:lnTo>
                  <a:pt x="38100" y="1981200"/>
                </a:lnTo>
                <a:lnTo>
                  <a:pt x="38100" y="1981200"/>
                </a:lnTo>
                <a:cubicBezTo>
                  <a:pt x="17072" y="1981200"/>
                  <a:pt x="0" y="1964128"/>
                  <a:pt x="0" y="1943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7" name="Shape 5"/>
          <p:cNvSpPr/>
          <p:nvPr/>
        </p:nvSpPr>
        <p:spPr>
          <a:xfrm>
            <a:off x="647700" y="15621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D9488">
              <a:alpha val="10196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62000" y="1676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00025" y="114300"/>
                </a:moveTo>
                <a:cubicBezTo>
                  <a:pt x="200025" y="66987"/>
                  <a:pt x="161613" y="28575"/>
                  <a:pt x="114300" y="28575"/>
                </a:cubicBezTo>
                <a:cubicBezTo>
                  <a:pt x="66987" y="28575"/>
                  <a:pt x="28575" y="66987"/>
                  <a:pt x="28575" y="114300"/>
                </a:cubicBezTo>
                <a:cubicBezTo>
                  <a:pt x="28575" y="161613"/>
                  <a:pt x="66987" y="200025"/>
                  <a:pt x="114300" y="200025"/>
                </a:cubicBezTo>
                <a:cubicBezTo>
                  <a:pt x="161613" y="200025"/>
                  <a:pt x="200025" y="161613"/>
                  <a:pt x="200025" y="114300"/>
                </a:cubicBez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14300" y="150019"/>
                </a:moveTo>
                <a:cubicBezTo>
                  <a:pt x="134014" y="150019"/>
                  <a:pt x="150019" y="134014"/>
                  <a:pt x="150019" y="114300"/>
                </a:cubicBezTo>
                <a:cubicBezTo>
                  <a:pt x="150019" y="94586"/>
                  <a:pt x="134014" y="78581"/>
                  <a:pt x="114300" y="78581"/>
                </a:cubicBezTo>
                <a:cubicBezTo>
                  <a:pt x="94586" y="78581"/>
                  <a:pt x="78581" y="94586"/>
                  <a:pt x="78581" y="114300"/>
                </a:cubicBezTo>
                <a:cubicBezTo>
                  <a:pt x="78581" y="134014"/>
                  <a:pt x="94586" y="150019"/>
                  <a:pt x="114300" y="150019"/>
                </a:cubicBezTo>
                <a:close/>
                <a:moveTo>
                  <a:pt x="114300" y="50006"/>
                </a:moveTo>
                <a:cubicBezTo>
                  <a:pt x="149785" y="50006"/>
                  <a:pt x="178594" y="78815"/>
                  <a:pt x="178594" y="114300"/>
                </a:cubicBezTo>
                <a:cubicBezTo>
                  <a:pt x="178594" y="149785"/>
                  <a:pt x="149785" y="178594"/>
                  <a:pt x="114300" y="178594"/>
                </a:cubicBezTo>
                <a:cubicBezTo>
                  <a:pt x="78815" y="178594"/>
                  <a:pt x="50006" y="149785"/>
                  <a:pt x="50006" y="114300"/>
                </a:cubicBezTo>
                <a:cubicBezTo>
                  <a:pt x="50006" y="78815"/>
                  <a:pt x="78815" y="50006"/>
                  <a:pt x="114300" y="50006"/>
                </a:cubicBezTo>
                <a:close/>
                <a:moveTo>
                  <a:pt x="100013" y="114300"/>
                </a:moveTo>
                <a:cubicBezTo>
                  <a:pt x="100013" y="106415"/>
                  <a:pt x="106415" y="100013"/>
                  <a:pt x="114300" y="100013"/>
                </a:cubicBezTo>
                <a:cubicBezTo>
                  <a:pt x="122185" y="100013"/>
                  <a:pt x="128588" y="106415"/>
                  <a:pt x="128588" y="114300"/>
                </a:cubicBezTo>
                <a:cubicBezTo>
                  <a:pt x="128588" y="122185"/>
                  <a:pt x="122185" y="128588"/>
                  <a:pt x="114300" y="128588"/>
                </a:cubicBezTo>
                <a:cubicBezTo>
                  <a:pt x="106415" y="128588"/>
                  <a:pt x="100013" y="122185"/>
                  <a:pt x="100013" y="114300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1219200" y="1638300"/>
            <a:ext cx="1514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Scope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66749" y="2209800"/>
            <a:ext cx="190550" cy="143934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14B8A6"/>
          </a:solidFill>
          <a:ln/>
        </p:spPr>
      </p:sp>
      <p:sp>
        <p:nvSpPr>
          <p:cNvPr id="11" name="Text 9"/>
          <p:cNvSpPr/>
          <p:nvPr/>
        </p:nvSpPr>
        <p:spPr>
          <a:xfrm>
            <a:off x="952499" y="2171700"/>
            <a:ext cx="510540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Shop Module:</a:t>
            </a: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Complete e-commerce for veterinary products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66749" y="2552700"/>
            <a:ext cx="190550" cy="143934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14B8A6"/>
          </a:solidFill>
          <a:ln/>
        </p:spPr>
      </p:sp>
      <p:sp>
        <p:nvSpPr>
          <p:cNvPr id="13" name="Text 11"/>
          <p:cNvSpPr/>
          <p:nvPr/>
        </p:nvSpPr>
        <p:spPr>
          <a:xfrm>
            <a:off x="952498" y="2514600"/>
            <a:ext cx="5332659" cy="203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Appointment System:</a:t>
            </a: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Book veterinary consultations online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66749" y="2895600"/>
            <a:ext cx="190550" cy="143934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14B8A6"/>
          </a:solidFill>
          <a:ln/>
        </p:spPr>
      </p:sp>
      <p:sp>
        <p:nvSpPr>
          <p:cNvPr id="15" name="Text 13"/>
          <p:cNvSpPr/>
          <p:nvPr/>
        </p:nvSpPr>
        <p:spPr>
          <a:xfrm>
            <a:off x="952499" y="2857500"/>
            <a:ext cx="4886326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Integration:</a:t>
            </a: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Disease detection using ML models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00050" y="3505200"/>
            <a:ext cx="5581650" cy="1409700"/>
          </a:xfrm>
          <a:custGeom>
            <a:avLst/>
            <a:gdLst/>
            <a:ahLst/>
            <a:cxnLst/>
            <a:rect l="l" t="t" r="r" b="b"/>
            <a:pathLst>
              <a:path w="5581650" h="1409700">
                <a:moveTo>
                  <a:pt x="38100" y="0"/>
                </a:moveTo>
                <a:lnTo>
                  <a:pt x="5429247" y="0"/>
                </a:lnTo>
                <a:cubicBezTo>
                  <a:pt x="5513417" y="0"/>
                  <a:pt x="5581650" y="68233"/>
                  <a:pt x="5581650" y="152403"/>
                </a:cubicBezTo>
                <a:lnTo>
                  <a:pt x="5581650" y="1257297"/>
                </a:lnTo>
                <a:cubicBezTo>
                  <a:pt x="5581650" y="1341467"/>
                  <a:pt x="5513417" y="1409700"/>
                  <a:pt x="5429247" y="1409700"/>
                </a:cubicBezTo>
                <a:lnTo>
                  <a:pt x="38100" y="1409700"/>
                </a:lnTo>
                <a:cubicBezTo>
                  <a:pt x="17072" y="1409700"/>
                  <a:pt x="0" y="1392628"/>
                  <a:pt x="0" y="1371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00050" y="3505200"/>
            <a:ext cx="38100" cy="1409700"/>
          </a:xfrm>
          <a:custGeom>
            <a:avLst/>
            <a:gdLst/>
            <a:ahLst/>
            <a:cxnLst/>
            <a:rect l="l" t="t" r="r" b="b"/>
            <a:pathLst>
              <a:path w="38100" h="1409700">
                <a:moveTo>
                  <a:pt x="38100" y="0"/>
                </a:moveTo>
                <a:lnTo>
                  <a:pt x="38100" y="0"/>
                </a:lnTo>
                <a:lnTo>
                  <a:pt x="38100" y="1409700"/>
                </a:lnTo>
                <a:lnTo>
                  <a:pt x="38100" y="1409700"/>
                </a:lnTo>
                <a:cubicBezTo>
                  <a:pt x="17072" y="1409700"/>
                  <a:pt x="0" y="1392628"/>
                  <a:pt x="0" y="1371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4B8A6"/>
          </a:solidFill>
          <a:ln/>
        </p:spPr>
      </p:sp>
      <p:sp>
        <p:nvSpPr>
          <p:cNvPr id="18" name="Shape 16"/>
          <p:cNvSpPr/>
          <p:nvPr/>
        </p:nvSpPr>
        <p:spPr>
          <a:xfrm>
            <a:off x="647700" y="3733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4B8A6">
              <a:alpha val="10196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47713" y="38481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61092" y="536"/>
                </a:moveTo>
                <a:cubicBezTo>
                  <a:pt x="153501" y="-1652"/>
                  <a:pt x="145599" y="2768"/>
                  <a:pt x="143411" y="10358"/>
                </a:cubicBezTo>
                <a:lnTo>
                  <a:pt x="86261" y="210383"/>
                </a:lnTo>
                <a:cubicBezTo>
                  <a:pt x="84073" y="217974"/>
                  <a:pt x="88493" y="225876"/>
                  <a:pt x="96083" y="228064"/>
                </a:cubicBezTo>
                <a:cubicBezTo>
                  <a:pt x="103674" y="230252"/>
                  <a:pt x="111576" y="225832"/>
                  <a:pt x="113764" y="218242"/>
                </a:cubicBezTo>
                <a:lnTo>
                  <a:pt x="170914" y="18217"/>
                </a:lnTo>
                <a:cubicBezTo>
                  <a:pt x="173102" y="10626"/>
                  <a:pt x="168682" y="2724"/>
                  <a:pt x="161092" y="536"/>
                </a:cubicBezTo>
                <a:close/>
                <a:moveTo>
                  <a:pt x="189934" y="61302"/>
                </a:moveTo>
                <a:cubicBezTo>
                  <a:pt x="184353" y="66883"/>
                  <a:pt x="184353" y="75947"/>
                  <a:pt x="189934" y="81528"/>
                </a:cubicBezTo>
                <a:lnTo>
                  <a:pt x="222706" y="114300"/>
                </a:lnTo>
                <a:lnTo>
                  <a:pt x="189934" y="147072"/>
                </a:lnTo>
                <a:cubicBezTo>
                  <a:pt x="184353" y="152653"/>
                  <a:pt x="184353" y="161717"/>
                  <a:pt x="189934" y="167298"/>
                </a:cubicBezTo>
                <a:cubicBezTo>
                  <a:pt x="195516" y="172879"/>
                  <a:pt x="204579" y="172879"/>
                  <a:pt x="210160" y="167298"/>
                </a:cubicBezTo>
                <a:lnTo>
                  <a:pt x="253023" y="124435"/>
                </a:lnTo>
                <a:cubicBezTo>
                  <a:pt x="258604" y="118854"/>
                  <a:pt x="258604" y="109791"/>
                  <a:pt x="253023" y="104209"/>
                </a:cubicBezTo>
                <a:lnTo>
                  <a:pt x="210160" y="61347"/>
                </a:lnTo>
                <a:cubicBezTo>
                  <a:pt x="204579" y="55766"/>
                  <a:pt x="195516" y="55766"/>
                  <a:pt x="189934" y="61347"/>
                </a:cubicBezTo>
                <a:close/>
                <a:moveTo>
                  <a:pt x="67285" y="61302"/>
                </a:moveTo>
                <a:cubicBezTo>
                  <a:pt x="61704" y="55721"/>
                  <a:pt x="52641" y="55721"/>
                  <a:pt x="47059" y="61302"/>
                </a:cubicBezTo>
                <a:lnTo>
                  <a:pt x="4197" y="104165"/>
                </a:lnTo>
                <a:cubicBezTo>
                  <a:pt x="-1384" y="109746"/>
                  <a:pt x="-1384" y="118809"/>
                  <a:pt x="4197" y="124391"/>
                </a:cubicBezTo>
                <a:lnTo>
                  <a:pt x="47059" y="167253"/>
                </a:lnTo>
                <a:cubicBezTo>
                  <a:pt x="52641" y="172834"/>
                  <a:pt x="61704" y="172834"/>
                  <a:pt x="67285" y="167253"/>
                </a:cubicBezTo>
                <a:cubicBezTo>
                  <a:pt x="72866" y="161672"/>
                  <a:pt x="72866" y="152608"/>
                  <a:pt x="67285" y="147027"/>
                </a:cubicBezTo>
                <a:lnTo>
                  <a:pt x="34513" y="114300"/>
                </a:lnTo>
                <a:lnTo>
                  <a:pt x="67241" y="81528"/>
                </a:lnTo>
                <a:cubicBezTo>
                  <a:pt x="72822" y="75947"/>
                  <a:pt x="72822" y="66883"/>
                  <a:pt x="67241" y="61302"/>
                </a:cubicBezTo>
                <a:close/>
              </a:path>
            </a:pathLst>
          </a:custGeom>
          <a:solidFill>
            <a:srgbClr val="14B8A6"/>
          </a:solidFill>
          <a:ln/>
        </p:spPr>
      </p:sp>
      <p:sp>
        <p:nvSpPr>
          <p:cNvPr id="20" name="Text 18"/>
          <p:cNvSpPr/>
          <p:nvPr/>
        </p:nvSpPr>
        <p:spPr>
          <a:xfrm>
            <a:off x="1219200" y="3810000"/>
            <a:ext cx="1924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Technology Stack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47700" y="4343400"/>
            <a:ext cx="714375" cy="342900"/>
          </a:xfrm>
          <a:custGeom>
            <a:avLst/>
            <a:gdLst/>
            <a:ahLst/>
            <a:cxnLst/>
            <a:rect l="l" t="t" r="r" b="b"/>
            <a:pathLst>
              <a:path w="714375" h="342900">
                <a:moveTo>
                  <a:pt x="171450" y="0"/>
                </a:moveTo>
                <a:lnTo>
                  <a:pt x="542925" y="0"/>
                </a:lnTo>
                <a:cubicBezTo>
                  <a:pt x="637551" y="0"/>
                  <a:pt x="714375" y="76824"/>
                  <a:pt x="714375" y="171450"/>
                </a:cubicBezTo>
                <a:lnTo>
                  <a:pt x="714375" y="171450"/>
                </a:lnTo>
                <a:cubicBezTo>
                  <a:pt x="714375" y="266076"/>
                  <a:pt x="637551" y="342900"/>
                  <a:pt x="542925" y="342900"/>
                </a:cubicBezTo>
                <a:lnTo>
                  <a:pt x="171450" y="342900"/>
                </a:lnTo>
                <a:cubicBezTo>
                  <a:pt x="76824" y="342900"/>
                  <a:pt x="0" y="266076"/>
                  <a:pt x="0" y="171450"/>
                </a:cubicBezTo>
                <a:lnTo>
                  <a:pt x="0" y="171450"/>
                </a:lnTo>
                <a:cubicBezTo>
                  <a:pt x="0" y="76824"/>
                  <a:pt x="76824" y="0"/>
                  <a:pt x="171450" y="0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647700" y="4343400"/>
            <a:ext cx="781050" cy="342900"/>
          </a:xfrm>
          <a:prstGeom prst="rect">
            <a:avLst/>
          </a:prstGeom>
          <a:noFill/>
          <a:ln/>
        </p:spPr>
        <p:txBody>
          <a:bodyPr wrap="square" lIns="152400" tIns="76200" rIns="152400" bIns="762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Django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472505" y="4343400"/>
            <a:ext cx="704850" cy="342900"/>
          </a:xfrm>
          <a:custGeom>
            <a:avLst/>
            <a:gdLst/>
            <a:ahLst/>
            <a:cxnLst/>
            <a:rect l="l" t="t" r="r" b="b"/>
            <a:pathLst>
              <a:path w="704850" h="342900">
                <a:moveTo>
                  <a:pt x="171450" y="0"/>
                </a:moveTo>
                <a:lnTo>
                  <a:pt x="533400" y="0"/>
                </a:lnTo>
                <a:cubicBezTo>
                  <a:pt x="628026" y="0"/>
                  <a:pt x="704850" y="76824"/>
                  <a:pt x="704850" y="171450"/>
                </a:cubicBezTo>
                <a:lnTo>
                  <a:pt x="704850" y="171450"/>
                </a:lnTo>
                <a:cubicBezTo>
                  <a:pt x="704850" y="266076"/>
                  <a:pt x="628026" y="342900"/>
                  <a:pt x="533400" y="342900"/>
                </a:cubicBezTo>
                <a:lnTo>
                  <a:pt x="171450" y="342900"/>
                </a:lnTo>
                <a:cubicBezTo>
                  <a:pt x="76824" y="342900"/>
                  <a:pt x="0" y="266076"/>
                  <a:pt x="0" y="171450"/>
                </a:cubicBezTo>
                <a:lnTo>
                  <a:pt x="0" y="171450"/>
                </a:lnTo>
                <a:cubicBezTo>
                  <a:pt x="0" y="76824"/>
                  <a:pt x="76824" y="0"/>
                  <a:pt x="171450" y="0"/>
                </a:cubicBezTo>
                <a:close/>
              </a:path>
            </a:pathLst>
          </a:custGeom>
          <a:solidFill>
            <a:srgbClr val="14B8A6"/>
          </a:solidFill>
          <a:ln/>
        </p:spPr>
      </p:sp>
      <p:sp>
        <p:nvSpPr>
          <p:cNvPr id="24" name="Text 22"/>
          <p:cNvSpPr/>
          <p:nvPr/>
        </p:nvSpPr>
        <p:spPr>
          <a:xfrm>
            <a:off x="1472505" y="4343400"/>
            <a:ext cx="771525" cy="342900"/>
          </a:xfrm>
          <a:prstGeom prst="rect">
            <a:avLst/>
          </a:prstGeom>
          <a:noFill/>
          <a:ln/>
        </p:spPr>
        <p:txBody>
          <a:bodyPr wrap="square" lIns="152400" tIns="76200" rIns="152400" bIns="762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Python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2293342" y="4343400"/>
            <a:ext cx="933450" cy="342900"/>
          </a:xfrm>
          <a:custGeom>
            <a:avLst/>
            <a:gdLst/>
            <a:ahLst/>
            <a:cxnLst/>
            <a:rect l="l" t="t" r="r" b="b"/>
            <a:pathLst>
              <a:path w="933450" h="342900">
                <a:moveTo>
                  <a:pt x="171450" y="0"/>
                </a:moveTo>
                <a:lnTo>
                  <a:pt x="762000" y="0"/>
                </a:lnTo>
                <a:cubicBezTo>
                  <a:pt x="856626" y="0"/>
                  <a:pt x="933450" y="76824"/>
                  <a:pt x="933450" y="171450"/>
                </a:cubicBezTo>
                <a:lnTo>
                  <a:pt x="933450" y="171450"/>
                </a:lnTo>
                <a:cubicBezTo>
                  <a:pt x="933450" y="266076"/>
                  <a:pt x="856626" y="342900"/>
                  <a:pt x="762000" y="342900"/>
                </a:cubicBezTo>
                <a:lnTo>
                  <a:pt x="171450" y="342900"/>
                </a:lnTo>
                <a:cubicBezTo>
                  <a:pt x="76824" y="342900"/>
                  <a:pt x="0" y="266076"/>
                  <a:pt x="0" y="171450"/>
                </a:cubicBezTo>
                <a:lnTo>
                  <a:pt x="0" y="171450"/>
                </a:lnTo>
                <a:cubicBezTo>
                  <a:pt x="0" y="76824"/>
                  <a:pt x="76824" y="0"/>
                  <a:pt x="171450" y="0"/>
                </a:cubicBezTo>
                <a:close/>
              </a:path>
            </a:pathLst>
          </a:custGeom>
          <a:solidFill>
            <a:srgbClr val="64748B"/>
          </a:solidFill>
          <a:ln/>
        </p:spPr>
      </p:sp>
      <p:sp>
        <p:nvSpPr>
          <p:cNvPr id="26" name="Text 24"/>
          <p:cNvSpPr/>
          <p:nvPr/>
        </p:nvSpPr>
        <p:spPr>
          <a:xfrm>
            <a:off x="2293342" y="4343400"/>
            <a:ext cx="1000125" cy="342900"/>
          </a:xfrm>
          <a:prstGeom prst="rect">
            <a:avLst/>
          </a:prstGeom>
          <a:noFill/>
          <a:ln/>
        </p:spPr>
        <p:txBody>
          <a:bodyPr wrap="square" lIns="152400" tIns="76200" rIns="152400" bIns="762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HTML/CSS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343771" y="4343400"/>
            <a:ext cx="876300" cy="342900"/>
          </a:xfrm>
          <a:custGeom>
            <a:avLst/>
            <a:gdLst/>
            <a:ahLst/>
            <a:cxnLst/>
            <a:rect l="l" t="t" r="r" b="b"/>
            <a:pathLst>
              <a:path w="876300" h="342900">
                <a:moveTo>
                  <a:pt x="171450" y="0"/>
                </a:moveTo>
                <a:lnTo>
                  <a:pt x="704850" y="0"/>
                </a:lnTo>
                <a:cubicBezTo>
                  <a:pt x="799476" y="0"/>
                  <a:pt x="876300" y="76824"/>
                  <a:pt x="876300" y="171450"/>
                </a:cubicBezTo>
                <a:lnTo>
                  <a:pt x="876300" y="171450"/>
                </a:lnTo>
                <a:cubicBezTo>
                  <a:pt x="876300" y="266076"/>
                  <a:pt x="799476" y="342900"/>
                  <a:pt x="704850" y="342900"/>
                </a:cubicBezTo>
                <a:lnTo>
                  <a:pt x="171450" y="342900"/>
                </a:lnTo>
                <a:cubicBezTo>
                  <a:pt x="76824" y="342900"/>
                  <a:pt x="0" y="266076"/>
                  <a:pt x="0" y="171450"/>
                </a:cubicBezTo>
                <a:lnTo>
                  <a:pt x="0" y="171450"/>
                </a:lnTo>
                <a:cubicBezTo>
                  <a:pt x="0" y="76824"/>
                  <a:pt x="76824" y="0"/>
                  <a:pt x="171450" y="0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28" name="Text 26"/>
          <p:cNvSpPr/>
          <p:nvPr/>
        </p:nvSpPr>
        <p:spPr>
          <a:xfrm>
            <a:off x="3343771" y="4343400"/>
            <a:ext cx="942975" cy="342900"/>
          </a:xfrm>
          <a:prstGeom prst="rect">
            <a:avLst/>
          </a:prstGeom>
          <a:noFill/>
          <a:ln/>
        </p:spPr>
        <p:txBody>
          <a:bodyPr wrap="square" lIns="152400" tIns="76200" rIns="152400" bIns="762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JavaScript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337745" y="4343400"/>
            <a:ext cx="962025" cy="342900"/>
          </a:xfrm>
          <a:custGeom>
            <a:avLst/>
            <a:gdLst/>
            <a:ahLst/>
            <a:cxnLst/>
            <a:rect l="l" t="t" r="r" b="b"/>
            <a:pathLst>
              <a:path w="962025" h="342900">
                <a:moveTo>
                  <a:pt x="171450" y="0"/>
                </a:moveTo>
                <a:lnTo>
                  <a:pt x="790575" y="0"/>
                </a:lnTo>
                <a:cubicBezTo>
                  <a:pt x="885201" y="0"/>
                  <a:pt x="962025" y="76824"/>
                  <a:pt x="962025" y="171450"/>
                </a:cubicBezTo>
                <a:lnTo>
                  <a:pt x="962025" y="171450"/>
                </a:lnTo>
                <a:cubicBezTo>
                  <a:pt x="962025" y="266076"/>
                  <a:pt x="885201" y="342900"/>
                  <a:pt x="790575" y="342900"/>
                </a:cubicBezTo>
                <a:lnTo>
                  <a:pt x="171450" y="342900"/>
                </a:lnTo>
                <a:cubicBezTo>
                  <a:pt x="76824" y="342900"/>
                  <a:pt x="0" y="266076"/>
                  <a:pt x="0" y="171450"/>
                </a:cubicBezTo>
                <a:lnTo>
                  <a:pt x="0" y="171450"/>
                </a:lnTo>
                <a:cubicBezTo>
                  <a:pt x="0" y="76824"/>
                  <a:pt x="76824" y="0"/>
                  <a:pt x="171450" y="0"/>
                </a:cubicBezTo>
                <a:close/>
              </a:path>
            </a:pathLst>
          </a:custGeom>
          <a:solidFill>
            <a:srgbClr val="14B8A6"/>
          </a:solidFill>
          <a:ln/>
        </p:spPr>
      </p:sp>
      <p:sp>
        <p:nvSpPr>
          <p:cNvPr id="30" name="Text 28"/>
          <p:cNvSpPr/>
          <p:nvPr/>
        </p:nvSpPr>
        <p:spPr>
          <a:xfrm>
            <a:off x="4337745" y="4343400"/>
            <a:ext cx="1028700" cy="342900"/>
          </a:xfrm>
          <a:prstGeom prst="rect">
            <a:avLst/>
          </a:prstGeom>
          <a:noFill/>
          <a:ln/>
        </p:spPr>
        <p:txBody>
          <a:bodyPr wrap="square" lIns="152400" tIns="76200" rIns="152400" bIns="762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Scikit-learn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229350" y="1333500"/>
            <a:ext cx="5581650" cy="2476500"/>
          </a:xfrm>
          <a:custGeom>
            <a:avLst/>
            <a:gdLst/>
            <a:ahLst/>
            <a:cxnLst/>
            <a:rect l="l" t="t" r="r" b="b"/>
            <a:pathLst>
              <a:path w="5581650" h="2476500">
                <a:moveTo>
                  <a:pt x="38100" y="0"/>
                </a:moveTo>
                <a:lnTo>
                  <a:pt x="5429246" y="0"/>
                </a:lnTo>
                <a:cubicBezTo>
                  <a:pt x="5513416" y="0"/>
                  <a:pt x="5581650" y="68234"/>
                  <a:pt x="5581650" y="152404"/>
                </a:cubicBezTo>
                <a:lnTo>
                  <a:pt x="5581650" y="2324096"/>
                </a:lnTo>
                <a:cubicBezTo>
                  <a:pt x="5581650" y="2408266"/>
                  <a:pt x="5513416" y="2476500"/>
                  <a:pt x="5429246" y="2476500"/>
                </a:cubicBezTo>
                <a:lnTo>
                  <a:pt x="38100" y="2476500"/>
                </a:lnTo>
                <a:cubicBezTo>
                  <a:pt x="17072" y="2476500"/>
                  <a:pt x="0" y="2459428"/>
                  <a:pt x="0" y="2438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229350" y="1333500"/>
            <a:ext cx="38100" cy="2476500"/>
          </a:xfrm>
          <a:custGeom>
            <a:avLst/>
            <a:gdLst/>
            <a:ahLst/>
            <a:cxnLst/>
            <a:rect l="l" t="t" r="r" b="b"/>
            <a:pathLst>
              <a:path w="38100" h="2476500">
                <a:moveTo>
                  <a:pt x="38100" y="0"/>
                </a:moveTo>
                <a:lnTo>
                  <a:pt x="38100" y="0"/>
                </a:lnTo>
                <a:lnTo>
                  <a:pt x="38100" y="2476500"/>
                </a:lnTo>
                <a:lnTo>
                  <a:pt x="38100" y="2476500"/>
                </a:lnTo>
                <a:cubicBezTo>
                  <a:pt x="17072" y="2476500"/>
                  <a:pt x="0" y="2459428"/>
                  <a:pt x="0" y="2438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4748B"/>
          </a:solidFill>
          <a:ln/>
        </p:spPr>
      </p:sp>
      <p:sp>
        <p:nvSpPr>
          <p:cNvPr id="33" name="Shape 31"/>
          <p:cNvSpPr/>
          <p:nvPr/>
        </p:nvSpPr>
        <p:spPr>
          <a:xfrm>
            <a:off x="6477000" y="15621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64748B">
              <a:alpha val="10196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562725" y="167640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42875" y="7144"/>
                </a:moveTo>
                <a:cubicBezTo>
                  <a:pt x="168503" y="7144"/>
                  <a:pt x="189309" y="27950"/>
                  <a:pt x="189309" y="53578"/>
                </a:cubicBezTo>
                <a:cubicBezTo>
                  <a:pt x="189309" y="79206"/>
                  <a:pt x="168503" y="100013"/>
                  <a:pt x="142875" y="100013"/>
                </a:cubicBezTo>
                <a:cubicBezTo>
                  <a:pt x="117247" y="100013"/>
                  <a:pt x="96441" y="79206"/>
                  <a:pt x="96441" y="53578"/>
                </a:cubicBezTo>
                <a:cubicBezTo>
                  <a:pt x="96441" y="27950"/>
                  <a:pt x="117247" y="7144"/>
                  <a:pt x="142875" y="7144"/>
                </a:cubicBezTo>
                <a:close/>
                <a:moveTo>
                  <a:pt x="42863" y="39291"/>
                </a:moveTo>
                <a:cubicBezTo>
                  <a:pt x="60605" y="39291"/>
                  <a:pt x="75009" y="53695"/>
                  <a:pt x="75009" y="71438"/>
                </a:cubicBezTo>
                <a:cubicBezTo>
                  <a:pt x="75009" y="89180"/>
                  <a:pt x="60605" y="103584"/>
                  <a:pt x="42863" y="103584"/>
                </a:cubicBezTo>
                <a:cubicBezTo>
                  <a:pt x="25120" y="103584"/>
                  <a:pt x="10716" y="89180"/>
                  <a:pt x="10716" y="71438"/>
                </a:cubicBezTo>
                <a:cubicBezTo>
                  <a:pt x="10716" y="53695"/>
                  <a:pt x="25120" y="39291"/>
                  <a:pt x="42862" y="39291"/>
                </a:cubicBezTo>
                <a:close/>
                <a:moveTo>
                  <a:pt x="0" y="185738"/>
                </a:moveTo>
                <a:cubicBezTo>
                  <a:pt x="0" y="154171"/>
                  <a:pt x="25584" y="128588"/>
                  <a:pt x="57150" y="128588"/>
                </a:cubicBezTo>
                <a:cubicBezTo>
                  <a:pt x="62865" y="128588"/>
                  <a:pt x="68401" y="129436"/>
                  <a:pt x="73625" y="130999"/>
                </a:cubicBezTo>
                <a:cubicBezTo>
                  <a:pt x="58936" y="147429"/>
                  <a:pt x="50006" y="169128"/>
                  <a:pt x="50006" y="192881"/>
                </a:cubicBezTo>
                <a:lnTo>
                  <a:pt x="50006" y="200025"/>
                </a:lnTo>
                <a:cubicBezTo>
                  <a:pt x="50006" y="205115"/>
                  <a:pt x="51078" y="209937"/>
                  <a:pt x="52998" y="214313"/>
                </a:cubicBezTo>
                <a:lnTo>
                  <a:pt x="14288" y="214313"/>
                </a:lnTo>
                <a:cubicBezTo>
                  <a:pt x="6385" y="214313"/>
                  <a:pt x="0" y="207928"/>
                  <a:pt x="0" y="200025"/>
                </a:cubicBezTo>
                <a:lnTo>
                  <a:pt x="0" y="185738"/>
                </a:lnTo>
                <a:close/>
                <a:moveTo>
                  <a:pt x="232752" y="214313"/>
                </a:moveTo>
                <a:cubicBezTo>
                  <a:pt x="234672" y="209937"/>
                  <a:pt x="235744" y="205115"/>
                  <a:pt x="235744" y="200025"/>
                </a:cubicBezTo>
                <a:lnTo>
                  <a:pt x="235744" y="192881"/>
                </a:lnTo>
                <a:cubicBezTo>
                  <a:pt x="235744" y="169128"/>
                  <a:pt x="226814" y="147429"/>
                  <a:pt x="212125" y="130999"/>
                </a:cubicBezTo>
                <a:cubicBezTo>
                  <a:pt x="217349" y="129436"/>
                  <a:pt x="222885" y="128588"/>
                  <a:pt x="228600" y="128588"/>
                </a:cubicBezTo>
                <a:cubicBezTo>
                  <a:pt x="260166" y="128588"/>
                  <a:pt x="285750" y="154171"/>
                  <a:pt x="285750" y="185738"/>
                </a:cubicBezTo>
                <a:lnTo>
                  <a:pt x="285750" y="200025"/>
                </a:lnTo>
                <a:cubicBezTo>
                  <a:pt x="285750" y="207928"/>
                  <a:pt x="279365" y="214313"/>
                  <a:pt x="271463" y="214313"/>
                </a:cubicBezTo>
                <a:lnTo>
                  <a:pt x="232752" y="214313"/>
                </a:lnTo>
                <a:close/>
                <a:moveTo>
                  <a:pt x="210741" y="71438"/>
                </a:moveTo>
                <a:cubicBezTo>
                  <a:pt x="210741" y="53695"/>
                  <a:pt x="225145" y="39291"/>
                  <a:pt x="242888" y="39291"/>
                </a:cubicBezTo>
                <a:cubicBezTo>
                  <a:pt x="260630" y="39291"/>
                  <a:pt x="275034" y="53695"/>
                  <a:pt x="275034" y="71437"/>
                </a:cubicBezTo>
                <a:cubicBezTo>
                  <a:pt x="275034" y="89180"/>
                  <a:pt x="260630" y="103584"/>
                  <a:pt x="242888" y="103584"/>
                </a:cubicBezTo>
                <a:cubicBezTo>
                  <a:pt x="225145" y="103584"/>
                  <a:pt x="210741" y="89180"/>
                  <a:pt x="210741" y="71438"/>
                </a:cubicBezTo>
                <a:close/>
                <a:moveTo>
                  <a:pt x="71438" y="192881"/>
                </a:moveTo>
                <a:cubicBezTo>
                  <a:pt x="71438" y="153412"/>
                  <a:pt x="103406" y="121444"/>
                  <a:pt x="142875" y="121444"/>
                </a:cubicBezTo>
                <a:cubicBezTo>
                  <a:pt x="182344" y="121444"/>
                  <a:pt x="214313" y="153412"/>
                  <a:pt x="214313" y="192881"/>
                </a:cubicBezTo>
                <a:lnTo>
                  <a:pt x="214313" y="200025"/>
                </a:lnTo>
                <a:cubicBezTo>
                  <a:pt x="214313" y="207928"/>
                  <a:pt x="207928" y="214313"/>
                  <a:pt x="200025" y="214313"/>
                </a:cubicBezTo>
                <a:lnTo>
                  <a:pt x="85725" y="214313"/>
                </a:lnTo>
                <a:cubicBezTo>
                  <a:pt x="77822" y="214313"/>
                  <a:pt x="71438" y="207928"/>
                  <a:pt x="71438" y="200025"/>
                </a:cubicBezTo>
                <a:lnTo>
                  <a:pt x="71438" y="192881"/>
                </a:lnTo>
                <a:close/>
              </a:path>
            </a:pathLst>
          </a:custGeom>
          <a:solidFill>
            <a:srgbClr val="64748B"/>
          </a:solidFill>
          <a:ln/>
        </p:spPr>
      </p:sp>
      <p:sp>
        <p:nvSpPr>
          <p:cNvPr id="35" name="Text 33"/>
          <p:cNvSpPr/>
          <p:nvPr/>
        </p:nvSpPr>
        <p:spPr>
          <a:xfrm>
            <a:off x="7048500" y="1638300"/>
            <a:ext cx="16954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Team Members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77000" y="2171700"/>
            <a:ext cx="2495550" cy="647700"/>
          </a:xfrm>
          <a:custGeom>
            <a:avLst/>
            <a:gdLst/>
            <a:ahLst/>
            <a:cxnLst/>
            <a:rect l="l" t="t" r="r" b="b"/>
            <a:pathLst>
              <a:path w="2495550" h="647700">
                <a:moveTo>
                  <a:pt x="114300" y="0"/>
                </a:moveTo>
                <a:lnTo>
                  <a:pt x="2381250" y="0"/>
                </a:lnTo>
                <a:cubicBezTo>
                  <a:pt x="2444376" y="0"/>
                  <a:pt x="2495550" y="51174"/>
                  <a:pt x="2495550" y="114300"/>
                </a:cubicBezTo>
                <a:lnTo>
                  <a:pt x="2495550" y="533400"/>
                </a:lnTo>
                <a:cubicBezTo>
                  <a:pt x="2495550" y="596526"/>
                  <a:pt x="2444376" y="647700"/>
                  <a:pt x="2381250" y="647700"/>
                </a:cubicBezTo>
                <a:lnTo>
                  <a:pt x="114300" y="647700"/>
                </a:lnTo>
                <a:cubicBezTo>
                  <a:pt x="51216" y="647700"/>
                  <a:pt x="0" y="596484"/>
                  <a:pt x="0" y="5334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37" name="Shape 35"/>
          <p:cNvSpPr/>
          <p:nvPr/>
        </p:nvSpPr>
        <p:spPr>
          <a:xfrm>
            <a:off x="6591300" y="23050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38" name="Text 36"/>
          <p:cNvSpPr/>
          <p:nvPr/>
        </p:nvSpPr>
        <p:spPr>
          <a:xfrm>
            <a:off x="6553200" y="2305050"/>
            <a:ext cx="45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7086600" y="2286000"/>
            <a:ext cx="1428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Rishat Bin Sultan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7086600" y="2514600"/>
            <a:ext cx="1152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2312559042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9086850" y="2171700"/>
            <a:ext cx="2495550" cy="647700"/>
          </a:xfrm>
          <a:custGeom>
            <a:avLst/>
            <a:gdLst/>
            <a:ahLst/>
            <a:cxnLst/>
            <a:rect l="l" t="t" r="r" b="b"/>
            <a:pathLst>
              <a:path w="2495550" h="647700">
                <a:moveTo>
                  <a:pt x="114300" y="0"/>
                </a:moveTo>
                <a:lnTo>
                  <a:pt x="2381250" y="0"/>
                </a:lnTo>
                <a:cubicBezTo>
                  <a:pt x="2444376" y="0"/>
                  <a:pt x="2495550" y="51174"/>
                  <a:pt x="2495550" y="114300"/>
                </a:cubicBezTo>
                <a:lnTo>
                  <a:pt x="2495550" y="533400"/>
                </a:lnTo>
                <a:cubicBezTo>
                  <a:pt x="2495550" y="596526"/>
                  <a:pt x="2444376" y="647700"/>
                  <a:pt x="2381250" y="647700"/>
                </a:cubicBezTo>
                <a:lnTo>
                  <a:pt x="114300" y="647700"/>
                </a:lnTo>
                <a:cubicBezTo>
                  <a:pt x="51216" y="647700"/>
                  <a:pt x="0" y="596484"/>
                  <a:pt x="0" y="5334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42" name="Shape 40"/>
          <p:cNvSpPr/>
          <p:nvPr/>
        </p:nvSpPr>
        <p:spPr>
          <a:xfrm>
            <a:off x="9201150" y="23050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14B8A6"/>
          </a:solidFill>
          <a:ln/>
        </p:spPr>
      </p:sp>
      <p:sp>
        <p:nvSpPr>
          <p:cNvPr id="43" name="Text 41"/>
          <p:cNvSpPr/>
          <p:nvPr/>
        </p:nvSpPr>
        <p:spPr>
          <a:xfrm>
            <a:off x="9163050" y="2305050"/>
            <a:ext cx="45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9696450" y="2286000"/>
            <a:ext cx="141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Fariha Islam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9696450" y="2514600"/>
            <a:ext cx="1238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2311101642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6477000" y="2933700"/>
            <a:ext cx="2495550" cy="647700"/>
          </a:xfrm>
          <a:custGeom>
            <a:avLst/>
            <a:gdLst/>
            <a:ahLst/>
            <a:cxnLst/>
            <a:rect l="l" t="t" r="r" b="b"/>
            <a:pathLst>
              <a:path w="2495550" h="647700">
                <a:moveTo>
                  <a:pt x="114300" y="0"/>
                </a:moveTo>
                <a:lnTo>
                  <a:pt x="2381250" y="0"/>
                </a:lnTo>
                <a:cubicBezTo>
                  <a:pt x="2444376" y="0"/>
                  <a:pt x="2495550" y="51174"/>
                  <a:pt x="2495550" y="114300"/>
                </a:cubicBezTo>
                <a:lnTo>
                  <a:pt x="2495550" y="533400"/>
                </a:lnTo>
                <a:cubicBezTo>
                  <a:pt x="2495550" y="596526"/>
                  <a:pt x="2444376" y="647700"/>
                  <a:pt x="2381250" y="647700"/>
                </a:cubicBezTo>
                <a:lnTo>
                  <a:pt x="114300" y="647700"/>
                </a:lnTo>
                <a:cubicBezTo>
                  <a:pt x="51216" y="647700"/>
                  <a:pt x="0" y="596484"/>
                  <a:pt x="0" y="5334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47" name="Shape 45"/>
          <p:cNvSpPr/>
          <p:nvPr/>
        </p:nvSpPr>
        <p:spPr>
          <a:xfrm>
            <a:off x="6591300" y="30670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48" name="Text 46"/>
          <p:cNvSpPr/>
          <p:nvPr/>
        </p:nvSpPr>
        <p:spPr>
          <a:xfrm>
            <a:off x="6553200" y="3067050"/>
            <a:ext cx="45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7086600" y="3048000"/>
            <a:ext cx="1885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Nafia Haque Muskan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7086600" y="3276600"/>
            <a:ext cx="14192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2311677042</a:t>
            </a:r>
            <a:endParaRPr lang="en-US" sz="1500" dirty="0"/>
          </a:p>
        </p:txBody>
      </p:sp>
      <p:sp>
        <p:nvSpPr>
          <p:cNvPr id="51" name="Shape 49"/>
          <p:cNvSpPr/>
          <p:nvPr/>
        </p:nvSpPr>
        <p:spPr>
          <a:xfrm>
            <a:off x="9086850" y="2933700"/>
            <a:ext cx="2495550" cy="647700"/>
          </a:xfrm>
          <a:custGeom>
            <a:avLst/>
            <a:gdLst/>
            <a:ahLst/>
            <a:cxnLst/>
            <a:rect l="l" t="t" r="r" b="b"/>
            <a:pathLst>
              <a:path w="2495550" h="647700">
                <a:moveTo>
                  <a:pt x="114300" y="0"/>
                </a:moveTo>
                <a:lnTo>
                  <a:pt x="2381250" y="0"/>
                </a:lnTo>
                <a:cubicBezTo>
                  <a:pt x="2444376" y="0"/>
                  <a:pt x="2495550" y="51174"/>
                  <a:pt x="2495550" y="114300"/>
                </a:cubicBezTo>
                <a:lnTo>
                  <a:pt x="2495550" y="533400"/>
                </a:lnTo>
                <a:cubicBezTo>
                  <a:pt x="2495550" y="596526"/>
                  <a:pt x="2444376" y="647700"/>
                  <a:pt x="2381250" y="647700"/>
                </a:cubicBezTo>
                <a:lnTo>
                  <a:pt x="114300" y="647700"/>
                </a:lnTo>
                <a:cubicBezTo>
                  <a:pt x="51216" y="647700"/>
                  <a:pt x="0" y="596484"/>
                  <a:pt x="0" y="5334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52" name="Shape 50"/>
          <p:cNvSpPr/>
          <p:nvPr/>
        </p:nvSpPr>
        <p:spPr>
          <a:xfrm>
            <a:off x="9201150" y="30670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14B8A6"/>
          </a:solidFill>
          <a:ln/>
        </p:spPr>
      </p:sp>
      <p:sp>
        <p:nvSpPr>
          <p:cNvPr id="53" name="Text 51"/>
          <p:cNvSpPr/>
          <p:nvPr/>
        </p:nvSpPr>
        <p:spPr>
          <a:xfrm>
            <a:off x="9163050" y="3067050"/>
            <a:ext cx="45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</a:t>
            </a:r>
            <a:endParaRPr lang="en-US" sz="1500" dirty="0"/>
          </a:p>
        </p:txBody>
      </p:sp>
      <p:sp>
        <p:nvSpPr>
          <p:cNvPr id="54" name="Text 52"/>
          <p:cNvSpPr/>
          <p:nvPr/>
        </p:nvSpPr>
        <p:spPr>
          <a:xfrm>
            <a:off x="9696450" y="3048000"/>
            <a:ext cx="1733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MD Tamim Hasan</a:t>
            </a:r>
            <a:endParaRPr lang="en-US" sz="1500" dirty="0"/>
          </a:p>
        </p:txBody>
      </p:sp>
      <p:sp>
        <p:nvSpPr>
          <p:cNvPr id="55" name="Text 53"/>
          <p:cNvSpPr/>
          <p:nvPr/>
        </p:nvSpPr>
        <p:spPr>
          <a:xfrm>
            <a:off x="9696450" y="3276600"/>
            <a:ext cx="1238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2232239642</a:t>
            </a:r>
            <a:endParaRPr lang="en-US" sz="1500" dirty="0"/>
          </a:p>
        </p:txBody>
      </p:sp>
      <p:sp>
        <p:nvSpPr>
          <p:cNvPr id="56" name="Shape 54"/>
          <p:cNvSpPr/>
          <p:nvPr/>
        </p:nvSpPr>
        <p:spPr>
          <a:xfrm>
            <a:off x="6210300" y="4000500"/>
            <a:ext cx="5600700" cy="1714500"/>
          </a:xfrm>
          <a:custGeom>
            <a:avLst/>
            <a:gdLst/>
            <a:ahLst/>
            <a:cxnLst/>
            <a:rect l="l" t="t" r="r" b="b"/>
            <a:pathLst>
              <a:path w="5600700" h="1714500">
                <a:moveTo>
                  <a:pt x="152402" y="0"/>
                </a:moveTo>
                <a:lnTo>
                  <a:pt x="5448298" y="0"/>
                </a:lnTo>
                <a:cubicBezTo>
                  <a:pt x="5532467" y="0"/>
                  <a:pt x="5600700" y="68233"/>
                  <a:pt x="5600700" y="152402"/>
                </a:cubicBezTo>
                <a:lnTo>
                  <a:pt x="5600700" y="1562098"/>
                </a:lnTo>
                <a:cubicBezTo>
                  <a:pt x="5600700" y="1646267"/>
                  <a:pt x="5532467" y="1714500"/>
                  <a:pt x="5448298" y="1714500"/>
                </a:cubicBezTo>
                <a:lnTo>
                  <a:pt x="152402" y="1714500"/>
                </a:lnTo>
                <a:cubicBezTo>
                  <a:pt x="68233" y="1714500"/>
                  <a:pt x="0" y="1646267"/>
                  <a:pt x="0" y="1562098"/>
                </a:cubicBezTo>
                <a:lnTo>
                  <a:pt x="0" y="152402"/>
                </a:lnTo>
                <a:cubicBezTo>
                  <a:pt x="0" y="68289"/>
                  <a:pt x="68289" y="0"/>
                  <a:pt x="152402" y="0"/>
                </a:cubicBezTo>
                <a:close/>
              </a:path>
            </a:pathLst>
          </a:custGeom>
          <a:gradFill flip="none" rotWithShape="1">
            <a:gsLst>
              <a:gs pos="0">
                <a:srgbClr val="0D9488"/>
              </a:gs>
              <a:gs pos="100000">
                <a:srgbClr val="14B8A6"/>
              </a:gs>
            </a:gsLst>
            <a:lin ang="0" scaled="1"/>
          </a:gra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6477000" y="42386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80535" y="0"/>
                </a:moveTo>
                <a:lnTo>
                  <a:pt x="205550" y="0"/>
                </a:lnTo>
                <a:cubicBezTo>
                  <a:pt x="220340" y="0"/>
                  <a:pt x="232395" y="12167"/>
                  <a:pt x="231837" y="26901"/>
                </a:cubicBezTo>
                <a:cubicBezTo>
                  <a:pt x="231725" y="29859"/>
                  <a:pt x="231614" y="32817"/>
                  <a:pt x="231446" y="35719"/>
                </a:cubicBezTo>
                <a:lnTo>
                  <a:pt x="259128" y="35719"/>
                </a:lnTo>
                <a:cubicBezTo>
                  <a:pt x="273695" y="35719"/>
                  <a:pt x="286531" y="47774"/>
                  <a:pt x="285415" y="63512"/>
                </a:cubicBezTo>
                <a:cubicBezTo>
                  <a:pt x="281229" y="121388"/>
                  <a:pt x="251650" y="153200"/>
                  <a:pt x="219559" y="169831"/>
                </a:cubicBezTo>
                <a:cubicBezTo>
                  <a:pt x="210741" y="174408"/>
                  <a:pt x="201755" y="177812"/>
                  <a:pt x="193216" y="180324"/>
                </a:cubicBezTo>
                <a:cubicBezTo>
                  <a:pt x="181942" y="196286"/>
                  <a:pt x="170222" y="204713"/>
                  <a:pt x="160902" y="209234"/>
                </a:cubicBezTo>
                <a:lnTo>
                  <a:pt x="160902" y="250031"/>
                </a:lnTo>
                <a:lnTo>
                  <a:pt x="196621" y="250031"/>
                </a:lnTo>
                <a:cubicBezTo>
                  <a:pt x="206499" y="250031"/>
                  <a:pt x="214480" y="258012"/>
                  <a:pt x="214480" y="267891"/>
                </a:cubicBezTo>
                <a:cubicBezTo>
                  <a:pt x="214480" y="277769"/>
                  <a:pt x="206499" y="285750"/>
                  <a:pt x="196621" y="285750"/>
                </a:cubicBezTo>
                <a:lnTo>
                  <a:pt x="89464" y="285750"/>
                </a:lnTo>
                <a:cubicBezTo>
                  <a:pt x="79586" y="285750"/>
                  <a:pt x="71605" y="277769"/>
                  <a:pt x="71605" y="267891"/>
                </a:cubicBezTo>
                <a:cubicBezTo>
                  <a:pt x="71605" y="258012"/>
                  <a:pt x="79586" y="250031"/>
                  <a:pt x="89464" y="250031"/>
                </a:cubicBezTo>
                <a:lnTo>
                  <a:pt x="125183" y="250031"/>
                </a:lnTo>
                <a:lnTo>
                  <a:pt x="125183" y="209234"/>
                </a:lnTo>
                <a:cubicBezTo>
                  <a:pt x="116253" y="204936"/>
                  <a:pt x="105147" y="196955"/>
                  <a:pt x="94320" y="182277"/>
                </a:cubicBezTo>
                <a:cubicBezTo>
                  <a:pt x="84051" y="179598"/>
                  <a:pt x="72889" y="175524"/>
                  <a:pt x="62006" y="169385"/>
                </a:cubicBezTo>
                <a:cubicBezTo>
                  <a:pt x="31812" y="152474"/>
                  <a:pt x="4576" y="120607"/>
                  <a:pt x="670" y="63401"/>
                </a:cubicBezTo>
                <a:cubicBezTo>
                  <a:pt x="-391" y="47718"/>
                  <a:pt x="12390" y="35663"/>
                  <a:pt x="26956" y="35663"/>
                </a:cubicBezTo>
                <a:lnTo>
                  <a:pt x="54639" y="35663"/>
                </a:lnTo>
                <a:cubicBezTo>
                  <a:pt x="54471" y="32761"/>
                  <a:pt x="54359" y="29859"/>
                  <a:pt x="54248" y="26845"/>
                </a:cubicBezTo>
                <a:cubicBezTo>
                  <a:pt x="53690" y="12055"/>
                  <a:pt x="65745" y="-56"/>
                  <a:pt x="80535" y="-56"/>
                </a:cubicBezTo>
                <a:close/>
                <a:moveTo>
                  <a:pt x="56648" y="62508"/>
                </a:moveTo>
                <a:lnTo>
                  <a:pt x="27403" y="62508"/>
                </a:lnTo>
                <a:cubicBezTo>
                  <a:pt x="30863" y="109779"/>
                  <a:pt x="52574" y="133443"/>
                  <a:pt x="74954" y="146000"/>
                </a:cubicBezTo>
                <a:cubicBezTo>
                  <a:pt x="66917" y="125183"/>
                  <a:pt x="60275" y="98003"/>
                  <a:pt x="56648" y="62508"/>
                </a:cubicBezTo>
                <a:close/>
                <a:moveTo>
                  <a:pt x="212080" y="143321"/>
                </a:moveTo>
                <a:cubicBezTo>
                  <a:pt x="234683" y="130039"/>
                  <a:pt x="255110" y="106431"/>
                  <a:pt x="258570" y="62508"/>
                </a:cubicBezTo>
                <a:lnTo>
                  <a:pt x="229381" y="62508"/>
                </a:lnTo>
                <a:cubicBezTo>
                  <a:pt x="225921" y="96496"/>
                  <a:pt x="219670" y="122895"/>
                  <a:pt x="212080" y="14332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8" name="Text 56"/>
          <p:cNvSpPr/>
          <p:nvPr/>
        </p:nvSpPr>
        <p:spPr>
          <a:xfrm>
            <a:off x="6910388" y="4229100"/>
            <a:ext cx="198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Achievements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438900" y="4648200"/>
            <a:ext cx="522922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Successfully developed a fully functional e-commerce platform with appointment booking system, preparing for AI disease detection implementation.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381000" y="6045200"/>
            <a:ext cx="870585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Group 05 | Rishat Bin Sultan, Fariha Islam, Nafia Haque Muskan, MD Tamim Hasan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19100"/>
            <a:ext cx="76200" cy="304800"/>
          </a:xfrm>
          <a:custGeom>
            <a:avLst/>
            <a:gdLst/>
            <a:ahLst/>
            <a:cxnLst/>
            <a:rect l="l" t="t" r="r" b="b"/>
            <a:pathLst>
              <a:path w="76200" h="3048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266700"/>
                </a:lnTo>
                <a:cubicBezTo>
                  <a:pt x="76200" y="287728"/>
                  <a:pt x="59128" y="304800"/>
                  <a:pt x="381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71500" y="381000"/>
            <a:ext cx="32289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Shop Products Page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723900"/>
            <a:ext cx="11325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Browse veterinary products across multiple categories</a:t>
            </a: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085850"/>
            <a:ext cx="6800850" cy="5410200"/>
          </a:xfrm>
          <a:custGeom>
            <a:avLst/>
            <a:gdLst/>
            <a:ahLst/>
            <a:cxnLst/>
            <a:rect l="l" t="t" r="r" b="b"/>
            <a:pathLst>
              <a:path w="6800850" h="5410200">
                <a:moveTo>
                  <a:pt x="152405" y="0"/>
                </a:moveTo>
                <a:lnTo>
                  <a:pt x="6648445" y="0"/>
                </a:lnTo>
                <a:cubicBezTo>
                  <a:pt x="6732616" y="0"/>
                  <a:pt x="6800850" y="68234"/>
                  <a:pt x="6800850" y="152405"/>
                </a:cubicBezTo>
                <a:lnTo>
                  <a:pt x="6800850" y="5257795"/>
                </a:lnTo>
                <a:cubicBezTo>
                  <a:pt x="6800850" y="5341966"/>
                  <a:pt x="6732616" y="5410200"/>
                  <a:pt x="6648445" y="5410200"/>
                </a:cubicBezTo>
                <a:lnTo>
                  <a:pt x="152405" y="5410200"/>
                </a:lnTo>
                <a:cubicBezTo>
                  <a:pt x="68234" y="5410200"/>
                  <a:pt x="0" y="5341966"/>
                  <a:pt x="0" y="5257795"/>
                </a:cubicBezTo>
                <a:lnTo>
                  <a:pt x="0" y="152405"/>
                </a:lnTo>
                <a:cubicBezTo>
                  <a:pt x="0" y="68291"/>
                  <a:pt x="68291" y="0"/>
                  <a:pt x="15240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</p:sp>
      <p:pic>
        <p:nvPicPr>
          <p:cNvPr id="6" name="Image 0" descr="https://kimi-web-img.moonshot.cn/img/moonshot.cn/kimi-ppt/html-gen/uploads/Shop_Products_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085850"/>
            <a:ext cx="6800850" cy="5410200"/>
          </a:xfrm>
          <a:prstGeom prst="roundRect">
            <a:avLst>
              <a:gd name="adj" fmla="val 2817"/>
            </a:avLst>
          </a:prstGeom>
        </p:spPr>
      </p:pic>
      <p:sp>
        <p:nvSpPr>
          <p:cNvPr id="7" name="Shape 4"/>
          <p:cNvSpPr/>
          <p:nvPr/>
        </p:nvSpPr>
        <p:spPr>
          <a:xfrm>
            <a:off x="7708999" y="1241426"/>
            <a:ext cx="4476750" cy="3733800"/>
          </a:xfrm>
          <a:custGeom>
            <a:avLst/>
            <a:gdLst/>
            <a:ahLst/>
            <a:cxnLst/>
            <a:rect l="l" t="t" r="r" b="b"/>
            <a:pathLst>
              <a:path w="4476750" h="3733800">
                <a:moveTo>
                  <a:pt x="152414" y="0"/>
                </a:moveTo>
                <a:lnTo>
                  <a:pt x="4324336" y="0"/>
                </a:lnTo>
                <a:cubicBezTo>
                  <a:pt x="4408512" y="0"/>
                  <a:pt x="4476750" y="68238"/>
                  <a:pt x="4476750" y="152414"/>
                </a:cubicBezTo>
                <a:lnTo>
                  <a:pt x="4476750" y="3581386"/>
                </a:lnTo>
                <a:cubicBezTo>
                  <a:pt x="4476750" y="3665562"/>
                  <a:pt x="4408512" y="3733800"/>
                  <a:pt x="4324336" y="3733800"/>
                </a:cubicBezTo>
                <a:lnTo>
                  <a:pt x="152414" y="3733800"/>
                </a:lnTo>
                <a:cubicBezTo>
                  <a:pt x="68238" y="3733800"/>
                  <a:pt x="0" y="3665562"/>
                  <a:pt x="0" y="3581386"/>
                </a:cubicBezTo>
                <a:lnTo>
                  <a:pt x="0" y="152414"/>
                </a:lnTo>
                <a:cubicBezTo>
                  <a:pt x="0" y="68294"/>
                  <a:pt x="68294" y="0"/>
                  <a:pt x="15241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923312" y="1470026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4883" y="17859"/>
                </a:moveTo>
                <a:cubicBezTo>
                  <a:pt x="9934" y="17859"/>
                  <a:pt x="5953" y="21841"/>
                  <a:pt x="5953" y="26789"/>
                </a:cubicBezTo>
                <a:lnTo>
                  <a:pt x="5953" y="44648"/>
                </a:lnTo>
                <a:cubicBezTo>
                  <a:pt x="5953" y="49597"/>
                  <a:pt x="9934" y="53578"/>
                  <a:pt x="14883" y="53578"/>
                </a:cubicBezTo>
                <a:lnTo>
                  <a:pt x="32742" y="53578"/>
                </a:lnTo>
                <a:cubicBezTo>
                  <a:pt x="37691" y="53578"/>
                  <a:pt x="41672" y="49597"/>
                  <a:pt x="41672" y="44648"/>
                </a:cubicBezTo>
                <a:lnTo>
                  <a:pt x="41672" y="26789"/>
                </a:lnTo>
                <a:cubicBezTo>
                  <a:pt x="41672" y="21841"/>
                  <a:pt x="37691" y="17859"/>
                  <a:pt x="32742" y="17859"/>
                </a:cubicBezTo>
                <a:lnTo>
                  <a:pt x="14883" y="17859"/>
                </a:lnTo>
                <a:close/>
                <a:moveTo>
                  <a:pt x="71438" y="23812"/>
                </a:moveTo>
                <a:cubicBezTo>
                  <a:pt x="64852" y="23812"/>
                  <a:pt x="59531" y="29133"/>
                  <a:pt x="59531" y="35719"/>
                </a:cubicBezTo>
                <a:cubicBezTo>
                  <a:pt x="59531" y="42304"/>
                  <a:pt x="64852" y="47625"/>
                  <a:pt x="71438" y="47625"/>
                </a:cubicBezTo>
                <a:lnTo>
                  <a:pt x="178594" y="47625"/>
                </a:lnTo>
                <a:cubicBezTo>
                  <a:pt x="185179" y="47625"/>
                  <a:pt x="190500" y="42304"/>
                  <a:pt x="190500" y="35719"/>
                </a:cubicBezTo>
                <a:cubicBezTo>
                  <a:pt x="190500" y="29133"/>
                  <a:pt x="185179" y="23812"/>
                  <a:pt x="178594" y="23812"/>
                </a:cubicBezTo>
                <a:lnTo>
                  <a:pt x="71438" y="23812"/>
                </a:lnTo>
                <a:close/>
                <a:moveTo>
                  <a:pt x="71438" y="83344"/>
                </a:moveTo>
                <a:cubicBezTo>
                  <a:pt x="64852" y="83344"/>
                  <a:pt x="59531" y="88664"/>
                  <a:pt x="59531" y="95250"/>
                </a:cubicBezTo>
                <a:cubicBezTo>
                  <a:pt x="59531" y="101836"/>
                  <a:pt x="64852" y="107156"/>
                  <a:pt x="71438" y="107156"/>
                </a:cubicBezTo>
                <a:lnTo>
                  <a:pt x="178594" y="107156"/>
                </a:lnTo>
                <a:cubicBezTo>
                  <a:pt x="185179" y="107156"/>
                  <a:pt x="190500" y="101836"/>
                  <a:pt x="190500" y="95250"/>
                </a:cubicBezTo>
                <a:cubicBezTo>
                  <a:pt x="190500" y="88664"/>
                  <a:pt x="185179" y="83344"/>
                  <a:pt x="178594" y="83344"/>
                </a:cubicBezTo>
                <a:lnTo>
                  <a:pt x="71438" y="83344"/>
                </a:lnTo>
                <a:close/>
                <a:moveTo>
                  <a:pt x="71438" y="142875"/>
                </a:moveTo>
                <a:cubicBezTo>
                  <a:pt x="64852" y="142875"/>
                  <a:pt x="59531" y="148196"/>
                  <a:pt x="59531" y="154781"/>
                </a:cubicBezTo>
                <a:cubicBezTo>
                  <a:pt x="59531" y="161367"/>
                  <a:pt x="64852" y="166688"/>
                  <a:pt x="71438" y="166688"/>
                </a:cubicBezTo>
                <a:lnTo>
                  <a:pt x="178594" y="166688"/>
                </a:lnTo>
                <a:cubicBezTo>
                  <a:pt x="185179" y="166688"/>
                  <a:pt x="190500" y="161367"/>
                  <a:pt x="190500" y="154781"/>
                </a:cubicBezTo>
                <a:cubicBezTo>
                  <a:pt x="190500" y="148196"/>
                  <a:pt x="185179" y="142875"/>
                  <a:pt x="178594" y="142875"/>
                </a:cubicBezTo>
                <a:lnTo>
                  <a:pt x="71438" y="142875"/>
                </a:lnTo>
                <a:close/>
                <a:moveTo>
                  <a:pt x="5953" y="86320"/>
                </a:moveTo>
                <a:lnTo>
                  <a:pt x="5953" y="104180"/>
                </a:lnTo>
                <a:cubicBezTo>
                  <a:pt x="5953" y="109128"/>
                  <a:pt x="9934" y="113109"/>
                  <a:pt x="14883" y="113109"/>
                </a:cubicBezTo>
                <a:lnTo>
                  <a:pt x="32742" y="113109"/>
                </a:lnTo>
                <a:cubicBezTo>
                  <a:pt x="37691" y="113109"/>
                  <a:pt x="41672" y="109128"/>
                  <a:pt x="41672" y="104180"/>
                </a:cubicBezTo>
                <a:lnTo>
                  <a:pt x="41672" y="86320"/>
                </a:lnTo>
                <a:cubicBezTo>
                  <a:pt x="41672" y="81372"/>
                  <a:pt x="37691" y="77391"/>
                  <a:pt x="32742" y="77391"/>
                </a:cubicBezTo>
                <a:lnTo>
                  <a:pt x="14883" y="77391"/>
                </a:lnTo>
                <a:cubicBezTo>
                  <a:pt x="9934" y="77391"/>
                  <a:pt x="5953" y="81372"/>
                  <a:pt x="5953" y="86320"/>
                </a:cubicBezTo>
                <a:close/>
                <a:moveTo>
                  <a:pt x="14883" y="136922"/>
                </a:moveTo>
                <a:cubicBezTo>
                  <a:pt x="9934" y="136922"/>
                  <a:pt x="5953" y="140903"/>
                  <a:pt x="5953" y="145852"/>
                </a:cubicBezTo>
                <a:lnTo>
                  <a:pt x="5953" y="163711"/>
                </a:lnTo>
                <a:cubicBezTo>
                  <a:pt x="5953" y="168659"/>
                  <a:pt x="9934" y="172641"/>
                  <a:pt x="14883" y="172641"/>
                </a:cubicBezTo>
                <a:lnTo>
                  <a:pt x="32742" y="172641"/>
                </a:lnTo>
                <a:cubicBezTo>
                  <a:pt x="37691" y="172641"/>
                  <a:pt x="41672" y="168659"/>
                  <a:pt x="41672" y="163711"/>
                </a:cubicBezTo>
                <a:lnTo>
                  <a:pt x="41672" y="145852"/>
                </a:lnTo>
                <a:cubicBezTo>
                  <a:pt x="41672" y="140903"/>
                  <a:pt x="37691" y="136922"/>
                  <a:pt x="32742" y="136922"/>
                </a:cubicBezTo>
                <a:lnTo>
                  <a:pt x="14883" y="136922"/>
                </a:ln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9" name="Text 6"/>
          <p:cNvSpPr/>
          <p:nvPr/>
        </p:nvSpPr>
        <p:spPr>
          <a:xfrm>
            <a:off x="8137624" y="1431926"/>
            <a:ext cx="3952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 Categories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7923312" y="1851026"/>
            <a:ext cx="4071938" cy="647700"/>
          </a:xfrm>
          <a:custGeom>
            <a:avLst/>
            <a:gdLst/>
            <a:ahLst/>
            <a:cxnLst/>
            <a:rect l="l" t="t" r="r" b="b"/>
            <a:pathLst>
              <a:path w="4071938" h="647700">
                <a:moveTo>
                  <a:pt x="113635" y="0"/>
                </a:moveTo>
                <a:lnTo>
                  <a:pt x="3958302" y="0"/>
                </a:lnTo>
                <a:cubicBezTo>
                  <a:pt x="4021061" y="0"/>
                  <a:pt x="4071938" y="51174"/>
                  <a:pt x="4071938" y="114300"/>
                </a:cubicBezTo>
                <a:lnTo>
                  <a:pt x="4071938" y="533400"/>
                </a:lnTo>
                <a:cubicBezTo>
                  <a:pt x="4071937" y="596526"/>
                  <a:pt x="4021061" y="647700"/>
                  <a:pt x="3958302" y="647700"/>
                </a:cubicBezTo>
                <a:lnTo>
                  <a:pt x="113635" y="647700"/>
                </a:lnTo>
                <a:cubicBezTo>
                  <a:pt x="50918" y="647700"/>
                  <a:pt x="0" y="596484"/>
                  <a:pt x="0" y="533400"/>
                </a:cubicBezTo>
                <a:lnTo>
                  <a:pt x="0" y="114300"/>
                </a:lnTo>
                <a:cubicBezTo>
                  <a:pt x="0" y="51216"/>
                  <a:pt x="50918" y="0"/>
                  <a:pt x="113635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11" name="Shape 8"/>
          <p:cNvSpPr/>
          <p:nvPr/>
        </p:nvSpPr>
        <p:spPr>
          <a:xfrm>
            <a:off x="8013799" y="1984376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D9488">
              <a:alpha val="10196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8156674" y="2098676"/>
            <a:ext cx="95250" cy="152400"/>
          </a:xfrm>
          <a:custGeom>
            <a:avLst/>
            <a:gdLst/>
            <a:ahLst/>
            <a:cxnLst/>
            <a:rect l="l" t="t" r="r" b="b"/>
            <a:pathLst>
              <a:path w="95250" h="152400">
                <a:moveTo>
                  <a:pt x="28575" y="0"/>
                </a:moveTo>
                <a:lnTo>
                  <a:pt x="28575" y="23813"/>
                </a:lnTo>
                <a:lnTo>
                  <a:pt x="66675" y="23813"/>
                </a:lnTo>
                <a:lnTo>
                  <a:pt x="66675" y="16669"/>
                </a:lnTo>
                <a:lnTo>
                  <a:pt x="88106" y="16669"/>
                </a:lnTo>
                <a:cubicBezTo>
                  <a:pt x="92065" y="16669"/>
                  <a:pt x="95250" y="13484"/>
                  <a:pt x="95250" y="9525"/>
                </a:cubicBezTo>
                <a:cubicBezTo>
                  <a:pt x="95250" y="5566"/>
                  <a:pt x="92065" y="2381"/>
                  <a:pt x="88106" y="2381"/>
                </a:cubicBezTo>
                <a:lnTo>
                  <a:pt x="66675" y="2381"/>
                </a:lnTo>
                <a:lnTo>
                  <a:pt x="66675" y="0"/>
                </a:lnTo>
                <a:cubicBezTo>
                  <a:pt x="66675" y="-5269"/>
                  <a:pt x="62419" y="-9525"/>
                  <a:pt x="57150" y="-9525"/>
                </a:cubicBezTo>
                <a:lnTo>
                  <a:pt x="38100" y="-9525"/>
                </a:lnTo>
                <a:cubicBezTo>
                  <a:pt x="32831" y="-9525"/>
                  <a:pt x="28575" y="-5269"/>
                  <a:pt x="28575" y="0"/>
                </a:cubicBezTo>
                <a:close/>
                <a:moveTo>
                  <a:pt x="19050" y="38100"/>
                </a:moveTo>
                <a:cubicBezTo>
                  <a:pt x="8543" y="38100"/>
                  <a:pt x="0" y="46643"/>
                  <a:pt x="0" y="57150"/>
                </a:cubicBezTo>
                <a:lnTo>
                  <a:pt x="0" y="133350"/>
                </a:lnTo>
                <a:cubicBezTo>
                  <a:pt x="0" y="143857"/>
                  <a:pt x="8543" y="152400"/>
                  <a:pt x="19050" y="152400"/>
                </a:cubicBezTo>
                <a:lnTo>
                  <a:pt x="76200" y="152400"/>
                </a:lnTo>
                <a:cubicBezTo>
                  <a:pt x="86707" y="152400"/>
                  <a:pt x="95250" y="143857"/>
                  <a:pt x="95250" y="133350"/>
                </a:cubicBezTo>
                <a:lnTo>
                  <a:pt x="95250" y="57150"/>
                </a:lnTo>
                <a:cubicBezTo>
                  <a:pt x="95250" y="46643"/>
                  <a:pt x="86707" y="38100"/>
                  <a:pt x="76200" y="38100"/>
                </a:cubicBezTo>
                <a:lnTo>
                  <a:pt x="19050" y="38100"/>
                </a:lnTo>
                <a:close/>
                <a:moveTo>
                  <a:pt x="66675" y="102394"/>
                </a:moveTo>
                <a:cubicBezTo>
                  <a:pt x="66675" y="112901"/>
                  <a:pt x="58132" y="119062"/>
                  <a:pt x="47625" y="119062"/>
                </a:cubicBezTo>
                <a:cubicBezTo>
                  <a:pt x="37118" y="119062"/>
                  <a:pt x="28575" y="112901"/>
                  <a:pt x="28575" y="102394"/>
                </a:cubicBezTo>
                <a:cubicBezTo>
                  <a:pt x="28575" y="92720"/>
                  <a:pt x="39588" y="78313"/>
                  <a:pt x="43726" y="73253"/>
                </a:cubicBezTo>
                <a:cubicBezTo>
                  <a:pt x="44678" y="72092"/>
                  <a:pt x="46137" y="71438"/>
                  <a:pt x="47625" y="71438"/>
                </a:cubicBezTo>
                <a:cubicBezTo>
                  <a:pt x="49113" y="71438"/>
                  <a:pt x="50572" y="72092"/>
                  <a:pt x="51524" y="73253"/>
                </a:cubicBezTo>
                <a:cubicBezTo>
                  <a:pt x="55662" y="78313"/>
                  <a:pt x="66675" y="92720"/>
                  <a:pt x="66675" y="102394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13" name="Text 10"/>
          <p:cNvSpPr/>
          <p:nvPr/>
        </p:nvSpPr>
        <p:spPr>
          <a:xfrm>
            <a:off x="8509099" y="1965326"/>
            <a:ext cx="1619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Hygiene &amp; Care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509099" y="2193926"/>
            <a:ext cx="228953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Shampoos, grooming tools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7899499" y="2613026"/>
            <a:ext cx="4095750" cy="647700"/>
          </a:xfrm>
          <a:custGeom>
            <a:avLst/>
            <a:gdLst/>
            <a:ahLst/>
            <a:cxnLst/>
            <a:rect l="l" t="t" r="r" b="b"/>
            <a:pathLst>
              <a:path w="4095750" h="647700">
                <a:moveTo>
                  <a:pt x="114300" y="0"/>
                </a:moveTo>
                <a:lnTo>
                  <a:pt x="3981450" y="0"/>
                </a:lnTo>
                <a:cubicBezTo>
                  <a:pt x="4044576" y="0"/>
                  <a:pt x="4095750" y="51174"/>
                  <a:pt x="4095750" y="114300"/>
                </a:cubicBezTo>
                <a:lnTo>
                  <a:pt x="4095750" y="533400"/>
                </a:lnTo>
                <a:cubicBezTo>
                  <a:pt x="4095750" y="596526"/>
                  <a:pt x="4044576" y="647700"/>
                  <a:pt x="3981450" y="647700"/>
                </a:cubicBezTo>
                <a:lnTo>
                  <a:pt x="114300" y="647700"/>
                </a:lnTo>
                <a:cubicBezTo>
                  <a:pt x="51216" y="647700"/>
                  <a:pt x="0" y="596484"/>
                  <a:pt x="0" y="5334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16" name="Shape 13"/>
          <p:cNvSpPr/>
          <p:nvPr/>
        </p:nvSpPr>
        <p:spPr>
          <a:xfrm>
            <a:off x="8013799" y="2746376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4B8A6">
              <a:alpha val="10196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8128099" y="286067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28575" y="113734"/>
                </a:moveTo>
                <a:lnTo>
                  <a:pt x="28575" y="87303"/>
                </a:lnTo>
                <a:cubicBezTo>
                  <a:pt x="28575" y="82868"/>
                  <a:pt x="30331" y="78641"/>
                  <a:pt x="33457" y="75515"/>
                </a:cubicBezTo>
                <a:lnTo>
                  <a:pt x="39916" y="69056"/>
                </a:lnTo>
                <a:lnTo>
                  <a:pt x="52120" y="81260"/>
                </a:lnTo>
                <a:cubicBezTo>
                  <a:pt x="54918" y="84058"/>
                  <a:pt x="59442" y="84058"/>
                  <a:pt x="62210" y="81260"/>
                </a:cubicBezTo>
                <a:cubicBezTo>
                  <a:pt x="64978" y="78462"/>
                  <a:pt x="65008" y="73938"/>
                  <a:pt x="62210" y="71170"/>
                </a:cubicBezTo>
                <a:lnTo>
                  <a:pt x="50006" y="58966"/>
                </a:lnTo>
                <a:lnTo>
                  <a:pt x="63728" y="45244"/>
                </a:lnTo>
                <a:lnTo>
                  <a:pt x="75932" y="57448"/>
                </a:lnTo>
                <a:cubicBezTo>
                  <a:pt x="78730" y="60246"/>
                  <a:pt x="83254" y="60246"/>
                  <a:pt x="86023" y="57448"/>
                </a:cubicBezTo>
                <a:cubicBezTo>
                  <a:pt x="88791" y="54650"/>
                  <a:pt x="88821" y="50125"/>
                  <a:pt x="86023" y="47357"/>
                </a:cubicBezTo>
                <a:lnTo>
                  <a:pt x="73819" y="35153"/>
                </a:lnTo>
                <a:lnTo>
                  <a:pt x="87541" y="21431"/>
                </a:lnTo>
                <a:lnTo>
                  <a:pt x="99745" y="33635"/>
                </a:lnTo>
                <a:cubicBezTo>
                  <a:pt x="102543" y="36433"/>
                  <a:pt x="107067" y="36433"/>
                  <a:pt x="109835" y="33635"/>
                </a:cubicBezTo>
                <a:cubicBezTo>
                  <a:pt x="112603" y="30837"/>
                  <a:pt x="112633" y="26313"/>
                  <a:pt x="109835" y="23545"/>
                </a:cubicBezTo>
                <a:lnTo>
                  <a:pt x="97631" y="11341"/>
                </a:lnTo>
                <a:lnTo>
                  <a:pt x="99953" y="9019"/>
                </a:lnTo>
                <a:cubicBezTo>
                  <a:pt x="105728" y="3244"/>
                  <a:pt x="113526" y="30"/>
                  <a:pt x="121682" y="30"/>
                </a:cubicBezTo>
                <a:cubicBezTo>
                  <a:pt x="138648" y="30"/>
                  <a:pt x="152400" y="13781"/>
                  <a:pt x="152400" y="30748"/>
                </a:cubicBezTo>
                <a:cubicBezTo>
                  <a:pt x="152400" y="38904"/>
                  <a:pt x="149156" y="46702"/>
                  <a:pt x="143411" y="52477"/>
                </a:cubicBezTo>
                <a:lnTo>
                  <a:pt x="76885" y="118943"/>
                </a:lnTo>
                <a:cubicBezTo>
                  <a:pt x="73759" y="122069"/>
                  <a:pt x="69533" y="123825"/>
                  <a:pt x="65097" y="123825"/>
                </a:cubicBezTo>
                <a:lnTo>
                  <a:pt x="38666" y="123825"/>
                </a:lnTo>
                <a:lnTo>
                  <a:pt x="12174" y="150316"/>
                </a:lnTo>
                <a:cubicBezTo>
                  <a:pt x="9376" y="153114"/>
                  <a:pt x="4852" y="153114"/>
                  <a:pt x="2084" y="150316"/>
                </a:cubicBezTo>
                <a:cubicBezTo>
                  <a:pt x="-685" y="147518"/>
                  <a:pt x="-685" y="142994"/>
                  <a:pt x="2084" y="140196"/>
                </a:cubicBezTo>
                <a:lnTo>
                  <a:pt x="28575" y="113705"/>
                </a:lnTo>
                <a:close/>
              </a:path>
            </a:pathLst>
          </a:custGeom>
          <a:solidFill>
            <a:srgbClr val="14B8A6"/>
          </a:solidFill>
          <a:ln/>
        </p:spPr>
      </p:sp>
      <p:sp>
        <p:nvSpPr>
          <p:cNvPr id="18" name="Text 15"/>
          <p:cNvSpPr/>
          <p:nvPr/>
        </p:nvSpPr>
        <p:spPr>
          <a:xfrm>
            <a:off x="8509099" y="2727326"/>
            <a:ext cx="1504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Diagnostic Tools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509099" y="2955926"/>
            <a:ext cx="2191558" cy="168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Thermometers, monitors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7899499" y="3375026"/>
            <a:ext cx="4095750" cy="647700"/>
          </a:xfrm>
          <a:custGeom>
            <a:avLst/>
            <a:gdLst/>
            <a:ahLst/>
            <a:cxnLst/>
            <a:rect l="l" t="t" r="r" b="b"/>
            <a:pathLst>
              <a:path w="4095750" h="647700">
                <a:moveTo>
                  <a:pt x="114300" y="0"/>
                </a:moveTo>
                <a:lnTo>
                  <a:pt x="3981450" y="0"/>
                </a:lnTo>
                <a:cubicBezTo>
                  <a:pt x="4044576" y="0"/>
                  <a:pt x="4095750" y="51174"/>
                  <a:pt x="4095750" y="114300"/>
                </a:cubicBezTo>
                <a:lnTo>
                  <a:pt x="4095750" y="533400"/>
                </a:lnTo>
                <a:cubicBezTo>
                  <a:pt x="4095750" y="596526"/>
                  <a:pt x="4044576" y="647700"/>
                  <a:pt x="3981450" y="647700"/>
                </a:cubicBezTo>
                <a:lnTo>
                  <a:pt x="114300" y="647700"/>
                </a:lnTo>
                <a:cubicBezTo>
                  <a:pt x="51216" y="647700"/>
                  <a:pt x="0" y="596484"/>
                  <a:pt x="0" y="5334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21" name="Shape 18"/>
          <p:cNvSpPr/>
          <p:nvPr/>
        </p:nvSpPr>
        <p:spPr>
          <a:xfrm>
            <a:off x="8013799" y="3508376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D9488">
              <a:alpha val="10196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8128099" y="362267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50" y="33338"/>
                </a:moveTo>
                <a:cubicBezTo>
                  <a:pt x="19050" y="25450"/>
                  <a:pt x="25450" y="19050"/>
                  <a:pt x="33338" y="19050"/>
                </a:cubicBezTo>
                <a:cubicBezTo>
                  <a:pt x="41225" y="19050"/>
                  <a:pt x="47625" y="25450"/>
                  <a:pt x="47625" y="33338"/>
                </a:cubicBezTo>
                <a:lnTo>
                  <a:pt x="47625" y="66675"/>
                </a:lnTo>
                <a:lnTo>
                  <a:pt x="19050" y="66675"/>
                </a:lnTo>
                <a:lnTo>
                  <a:pt x="19050" y="33338"/>
                </a:lnTo>
                <a:close/>
                <a:moveTo>
                  <a:pt x="52388" y="109537"/>
                </a:moveTo>
                <a:cubicBezTo>
                  <a:pt x="52388" y="95042"/>
                  <a:pt x="57775" y="81796"/>
                  <a:pt x="66675" y="71735"/>
                </a:cubicBezTo>
                <a:lnTo>
                  <a:pt x="66675" y="33338"/>
                </a:lnTo>
                <a:cubicBezTo>
                  <a:pt x="66675" y="14913"/>
                  <a:pt x="51762" y="0"/>
                  <a:pt x="33338" y="0"/>
                </a:cubicBezTo>
                <a:cubicBezTo>
                  <a:pt x="14913" y="0"/>
                  <a:pt x="0" y="14913"/>
                  <a:pt x="0" y="33338"/>
                </a:cubicBezTo>
                <a:lnTo>
                  <a:pt x="0" y="119062"/>
                </a:lnTo>
                <a:cubicBezTo>
                  <a:pt x="0" y="137487"/>
                  <a:pt x="14913" y="152400"/>
                  <a:pt x="33338" y="152400"/>
                </a:cubicBezTo>
                <a:cubicBezTo>
                  <a:pt x="44440" y="152400"/>
                  <a:pt x="54263" y="146983"/>
                  <a:pt x="60335" y="138619"/>
                </a:cubicBezTo>
                <a:cubicBezTo>
                  <a:pt x="55275" y="130106"/>
                  <a:pt x="52388" y="120164"/>
                  <a:pt x="52388" y="109537"/>
                </a:cubicBezTo>
                <a:close/>
                <a:moveTo>
                  <a:pt x="71646" y="129600"/>
                </a:moveTo>
                <a:cubicBezTo>
                  <a:pt x="73015" y="132189"/>
                  <a:pt x="76498" y="132487"/>
                  <a:pt x="78581" y="130403"/>
                </a:cubicBezTo>
                <a:lnTo>
                  <a:pt x="130403" y="78581"/>
                </a:lnTo>
                <a:cubicBezTo>
                  <a:pt x="132487" y="76498"/>
                  <a:pt x="132189" y="73015"/>
                  <a:pt x="129600" y="71646"/>
                </a:cubicBezTo>
                <a:cubicBezTo>
                  <a:pt x="123617" y="68461"/>
                  <a:pt x="116800" y="66675"/>
                  <a:pt x="109537" y="66675"/>
                </a:cubicBezTo>
                <a:cubicBezTo>
                  <a:pt x="85874" y="66675"/>
                  <a:pt x="66675" y="85874"/>
                  <a:pt x="66675" y="109537"/>
                </a:cubicBezTo>
                <a:cubicBezTo>
                  <a:pt x="66675" y="116771"/>
                  <a:pt x="68461" y="123617"/>
                  <a:pt x="71646" y="129600"/>
                </a:cubicBezTo>
                <a:close/>
                <a:moveTo>
                  <a:pt x="88672" y="140494"/>
                </a:moveTo>
                <a:cubicBezTo>
                  <a:pt x="86588" y="142577"/>
                  <a:pt x="86886" y="146060"/>
                  <a:pt x="89475" y="147429"/>
                </a:cubicBezTo>
                <a:cubicBezTo>
                  <a:pt x="95458" y="150614"/>
                  <a:pt x="102275" y="152400"/>
                  <a:pt x="109537" y="152400"/>
                </a:cubicBezTo>
                <a:cubicBezTo>
                  <a:pt x="133201" y="152400"/>
                  <a:pt x="152400" y="133201"/>
                  <a:pt x="152400" y="109537"/>
                </a:cubicBezTo>
                <a:cubicBezTo>
                  <a:pt x="152400" y="102304"/>
                  <a:pt x="150614" y="95458"/>
                  <a:pt x="147429" y="89475"/>
                </a:cubicBezTo>
                <a:cubicBezTo>
                  <a:pt x="146060" y="86886"/>
                  <a:pt x="142577" y="86588"/>
                  <a:pt x="140494" y="88672"/>
                </a:cubicBezTo>
                <a:lnTo>
                  <a:pt x="88672" y="140494"/>
                </a:ln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23" name="Text 20"/>
          <p:cNvSpPr/>
          <p:nvPr/>
        </p:nvSpPr>
        <p:spPr>
          <a:xfrm>
            <a:off x="8509099" y="3489326"/>
            <a:ext cx="1381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Animal Nutrition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8509098" y="3717926"/>
            <a:ext cx="209358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Vitamins, supplements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7899499" y="4137026"/>
            <a:ext cx="4095750" cy="647700"/>
          </a:xfrm>
          <a:custGeom>
            <a:avLst/>
            <a:gdLst/>
            <a:ahLst/>
            <a:cxnLst/>
            <a:rect l="l" t="t" r="r" b="b"/>
            <a:pathLst>
              <a:path w="4095750" h="647700">
                <a:moveTo>
                  <a:pt x="114300" y="0"/>
                </a:moveTo>
                <a:lnTo>
                  <a:pt x="3981450" y="0"/>
                </a:lnTo>
                <a:cubicBezTo>
                  <a:pt x="4044576" y="0"/>
                  <a:pt x="4095750" y="51174"/>
                  <a:pt x="4095750" y="114300"/>
                </a:cubicBezTo>
                <a:lnTo>
                  <a:pt x="4095750" y="533400"/>
                </a:lnTo>
                <a:cubicBezTo>
                  <a:pt x="4095750" y="596526"/>
                  <a:pt x="4044576" y="647700"/>
                  <a:pt x="3981450" y="647700"/>
                </a:cubicBezTo>
                <a:lnTo>
                  <a:pt x="114300" y="647700"/>
                </a:lnTo>
                <a:cubicBezTo>
                  <a:pt x="51216" y="647700"/>
                  <a:pt x="0" y="596484"/>
                  <a:pt x="0" y="5334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26" name="Shape 23"/>
          <p:cNvSpPr/>
          <p:nvPr/>
        </p:nvSpPr>
        <p:spPr>
          <a:xfrm>
            <a:off x="8013799" y="4270376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4B8A6">
              <a:alpha val="10196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8128099" y="438467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69800" y="27652"/>
                </a:moveTo>
                <a:cubicBezTo>
                  <a:pt x="74057" y="40422"/>
                  <a:pt x="69711" y="53310"/>
                  <a:pt x="60097" y="56465"/>
                </a:cubicBezTo>
                <a:cubicBezTo>
                  <a:pt x="50483" y="59621"/>
                  <a:pt x="39231" y="51822"/>
                  <a:pt x="34975" y="39052"/>
                </a:cubicBezTo>
                <a:cubicBezTo>
                  <a:pt x="30718" y="26283"/>
                  <a:pt x="35064" y="13395"/>
                  <a:pt x="44678" y="10239"/>
                </a:cubicBezTo>
                <a:cubicBezTo>
                  <a:pt x="54293" y="7084"/>
                  <a:pt x="65544" y="14883"/>
                  <a:pt x="69800" y="27652"/>
                </a:cubicBezTo>
                <a:close/>
                <a:moveTo>
                  <a:pt x="29885" y="59115"/>
                </a:moveTo>
                <a:cubicBezTo>
                  <a:pt x="35510" y="68759"/>
                  <a:pt x="34141" y="79980"/>
                  <a:pt x="26849" y="84147"/>
                </a:cubicBezTo>
                <a:cubicBezTo>
                  <a:pt x="19556" y="88315"/>
                  <a:pt x="9079" y="83880"/>
                  <a:pt x="3483" y="74235"/>
                </a:cubicBezTo>
                <a:cubicBezTo>
                  <a:pt x="-2113" y="64591"/>
                  <a:pt x="-774" y="53370"/>
                  <a:pt x="6519" y="49203"/>
                </a:cubicBezTo>
                <a:cubicBezTo>
                  <a:pt x="13811" y="45035"/>
                  <a:pt x="24289" y="49470"/>
                  <a:pt x="29885" y="59115"/>
                </a:cubicBezTo>
                <a:close/>
                <a:moveTo>
                  <a:pt x="20598" y="119420"/>
                </a:moveTo>
                <a:cubicBezTo>
                  <a:pt x="36195" y="77361"/>
                  <a:pt x="63907" y="66675"/>
                  <a:pt x="76200" y="66675"/>
                </a:cubicBezTo>
                <a:cubicBezTo>
                  <a:pt x="88493" y="66675"/>
                  <a:pt x="116205" y="77361"/>
                  <a:pt x="131802" y="119420"/>
                </a:cubicBezTo>
                <a:cubicBezTo>
                  <a:pt x="132874" y="122307"/>
                  <a:pt x="133350" y="125403"/>
                  <a:pt x="133350" y="128498"/>
                </a:cubicBezTo>
                <a:lnTo>
                  <a:pt x="133350" y="128974"/>
                </a:lnTo>
                <a:cubicBezTo>
                  <a:pt x="133350" y="136654"/>
                  <a:pt x="127129" y="142875"/>
                  <a:pt x="119449" y="142875"/>
                </a:cubicBezTo>
                <a:cubicBezTo>
                  <a:pt x="116026" y="142875"/>
                  <a:pt x="112633" y="142458"/>
                  <a:pt x="109329" y="141625"/>
                </a:cubicBezTo>
                <a:lnTo>
                  <a:pt x="83135" y="135076"/>
                </a:lnTo>
                <a:cubicBezTo>
                  <a:pt x="78581" y="133945"/>
                  <a:pt x="73819" y="133945"/>
                  <a:pt x="69265" y="135076"/>
                </a:cubicBezTo>
                <a:lnTo>
                  <a:pt x="43071" y="141625"/>
                </a:lnTo>
                <a:cubicBezTo>
                  <a:pt x="39767" y="142458"/>
                  <a:pt x="36374" y="142875"/>
                  <a:pt x="32951" y="142875"/>
                </a:cubicBezTo>
                <a:cubicBezTo>
                  <a:pt x="25271" y="142875"/>
                  <a:pt x="19050" y="136654"/>
                  <a:pt x="19050" y="128974"/>
                </a:cubicBezTo>
                <a:lnTo>
                  <a:pt x="19050" y="128498"/>
                </a:lnTo>
                <a:cubicBezTo>
                  <a:pt x="19050" y="125403"/>
                  <a:pt x="19526" y="122307"/>
                  <a:pt x="20598" y="119420"/>
                </a:cubicBezTo>
                <a:close/>
                <a:moveTo>
                  <a:pt x="125551" y="84147"/>
                </a:moveTo>
                <a:cubicBezTo>
                  <a:pt x="118259" y="79980"/>
                  <a:pt x="116890" y="68759"/>
                  <a:pt x="122515" y="59115"/>
                </a:cubicBezTo>
                <a:cubicBezTo>
                  <a:pt x="128141" y="49470"/>
                  <a:pt x="138589" y="45035"/>
                  <a:pt x="145881" y="49203"/>
                </a:cubicBezTo>
                <a:cubicBezTo>
                  <a:pt x="153174" y="53370"/>
                  <a:pt x="154543" y="64591"/>
                  <a:pt x="148917" y="74235"/>
                </a:cubicBezTo>
                <a:cubicBezTo>
                  <a:pt x="143292" y="83880"/>
                  <a:pt x="132844" y="88315"/>
                  <a:pt x="125551" y="84147"/>
                </a:cubicBezTo>
                <a:close/>
                <a:moveTo>
                  <a:pt x="92303" y="56465"/>
                </a:moveTo>
                <a:cubicBezTo>
                  <a:pt x="82689" y="53310"/>
                  <a:pt x="78343" y="40422"/>
                  <a:pt x="82600" y="27652"/>
                </a:cubicBezTo>
                <a:cubicBezTo>
                  <a:pt x="86856" y="14883"/>
                  <a:pt x="98108" y="7084"/>
                  <a:pt x="107722" y="10239"/>
                </a:cubicBezTo>
                <a:cubicBezTo>
                  <a:pt x="117336" y="13395"/>
                  <a:pt x="121682" y="26283"/>
                  <a:pt x="117425" y="39052"/>
                </a:cubicBezTo>
                <a:cubicBezTo>
                  <a:pt x="113169" y="51822"/>
                  <a:pt x="101918" y="59621"/>
                  <a:pt x="92303" y="56465"/>
                </a:cubicBezTo>
                <a:close/>
              </a:path>
            </a:pathLst>
          </a:custGeom>
          <a:solidFill>
            <a:srgbClr val="14B8A6"/>
          </a:solidFill>
          <a:ln/>
        </p:spPr>
      </p:sp>
      <p:sp>
        <p:nvSpPr>
          <p:cNvPr id="28" name="Text 25"/>
          <p:cNvSpPr/>
          <p:nvPr/>
        </p:nvSpPr>
        <p:spPr>
          <a:xfrm>
            <a:off x="8509099" y="425132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Pet Accessories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8509099" y="4479926"/>
            <a:ext cx="20935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Brushes, grooming kits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7708999" y="5143500"/>
            <a:ext cx="4476750" cy="1524000"/>
          </a:xfrm>
          <a:custGeom>
            <a:avLst/>
            <a:gdLst/>
            <a:ahLst/>
            <a:cxnLst/>
            <a:rect l="l" t="t" r="r" b="b"/>
            <a:pathLst>
              <a:path w="4476750" h="1524000">
                <a:moveTo>
                  <a:pt x="152400" y="0"/>
                </a:moveTo>
                <a:lnTo>
                  <a:pt x="4324350" y="0"/>
                </a:lnTo>
                <a:cubicBezTo>
                  <a:pt x="4408462" y="0"/>
                  <a:pt x="4476750" y="68288"/>
                  <a:pt x="4476750" y="152400"/>
                </a:cubicBezTo>
                <a:lnTo>
                  <a:pt x="4476750" y="1371600"/>
                </a:lnTo>
                <a:cubicBezTo>
                  <a:pt x="4476750" y="1455712"/>
                  <a:pt x="4408462" y="1524000"/>
                  <a:pt x="4324350" y="1524000"/>
                </a:cubicBezTo>
                <a:lnTo>
                  <a:pt x="152400" y="1524000"/>
                </a:lnTo>
                <a:cubicBezTo>
                  <a:pt x="68288" y="1524000"/>
                  <a:pt x="0" y="1455712"/>
                  <a:pt x="0" y="1371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gradFill flip="none" rotWithShape="1">
            <a:gsLst>
              <a:gs pos="0">
                <a:srgbClr val="0D9488"/>
              </a:gs>
              <a:gs pos="100000">
                <a:srgbClr val="14B8A6"/>
              </a:gs>
            </a:gsLst>
            <a:lin ang="0" scaled="1"/>
          </a:gra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7873305" y="533400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15156" y="-7032"/>
                </a:moveTo>
                <a:cubicBezTo>
                  <a:pt x="113630" y="-10009"/>
                  <a:pt x="110542" y="-11906"/>
                  <a:pt x="107193" y="-11906"/>
                </a:cubicBezTo>
                <a:cubicBezTo>
                  <a:pt x="103845" y="-11906"/>
                  <a:pt x="100757" y="-10009"/>
                  <a:pt x="99231" y="-7032"/>
                </a:cubicBezTo>
                <a:lnTo>
                  <a:pt x="71847" y="46620"/>
                </a:lnTo>
                <a:lnTo>
                  <a:pt x="12353" y="56071"/>
                </a:lnTo>
                <a:cubicBezTo>
                  <a:pt x="9041" y="56592"/>
                  <a:pt x="6288" y="58936"/>
                  <a:pt x="5246" y="62136"/>
                </a:cubicBezTo>
                <a:cubicBezTo>
                  <a:pt x="4204" y="65336"/>
                  <a:pt x="5060" y="68833"/>
                  <a:pt x="7404" y="71214"/>
                </a:cubicBezTo>
                <a:lnTo>
                  <a:pt x="49969" y="113816"/>
                </a:lnTo>
                <a:lnTo>
                  <a:pt x="40593" y="173310"/>
                </a:lnTo>
                <a:cubicBezTo>
                  <a:pt x="40072" y="176622"/>
                  <a:pt x="41449" y="179970"/>
                  <a:pt x="44165" y="181942"/>
                </a:cubicBezTo>
                <a:cubicBezTo>
                  <a:pt x="46881" y="183914"/>
                  <a:pt x="50453" y="184212"/>
                  <a:pt x="53467" y="182687"/>
                </a:cubicBezTo>
                <a:lnTo>
                  <a:pt x="107193" y="155377"/>
                </a:lnTo>
                <a:lnTo>
                  <a:pt x="160883" y="182687"/>
                </a:lnTo>
                <a:cubicBezTo>
                  <a:pt x="163860" y="184212"/>
                  <a:pt x="167469" y="183914"/>
                  <a:pt x="170185" y="181942"/>
                </a:cubicBezTo>
                <a:cubicBezTo>
                  <a:pt x="172901" y="179970"/>
                  <a:pt x="174278" y="176659"/>
                  <a:pt x="173757" y="173310"/>
                </a:cubicBezTo>
                <a:lnTo>
                  <a:pt x="164343" y="113816"/>
                </a:lnTo>
                <a:lnTo>
                  <a:pt x="206908" y="71214"/>
                </a:lnTo>
                <a:cubicBezTo>
                  <a:pt x="209290" y="68833"/>
                  <a:pt x="210108" y="65336"/>
                  <a:pt x="209066" y="62136"/>
                </a:cubicBezTo>
                <a:cubicBezTo>
                  <a:pt x="208025" y="58936"/>
                  <a:pt x="205308" y="56592"/>
                  <a:pt x="201960" y="56071"/>
                </a:cubicBezTo>
                <a:lnTo>
                  <a:pt x="142503" y="46620"/>
                </a:lnTo>
                <a:lnTo>
                  <a:pt x="115156" y="-703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2" name="Text 29"/>
          <p:cNvSpPr/>
          <p:nvPr/>
        </p:nvSpPr>
        <p:spPr>
          <a:xfrm>
            <a:off x="8213824" y="5295900"/>
            <a:ext cx="1066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Features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7882830" y="56769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4" name="Text 31"/>
          <p:cNvSpPr/>
          <p:nvPr/>
        </p:nvSpPr>
        <p:spPr>
          <a:xfrm>
            <a:off x="8004274" y="5638800"/>
            <a:ext cx="4095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 ratings &amp; reviews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7882830" y="59055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6" name="Text 33"/>
          <p:cNvSpPr/>
          <p:nvPr/>
        </p:nvSpPr>
        <p:spPr>
          <a:xfrm>
            <a:off x="8004274" y="5867400"/>
            <a:ext cx="4095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Wishlist functionality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7882830" y="61341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8" name="Text 35"/>
          <p:cNvSpPr/>
          <p:nvPr/>
        </p:nvSpPr>
        <p:spPr>
          <a:xfrm>
            <a:off x="8004274" y="6096000"/>
            <a:ext cx="4095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Quick add to cart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>
            <a:off x="7882830" y="63627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0" name="Text 37"/>
          <p:cNvSpPr/>
          <p:nvPr/>
        </p:nvSpPr>
        <p:spPr>
          <a:xfrm>
            <a:off x="8004274" y="6324600"/>
            <a:ext cx="4095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Price display in BDT</a:t>
            </a:r>
            <a:endParaRPr lang="en-US" sz="1400" dirty="0"/>
          </a:p>
        </p:txBody>
      </p:sp>
      <p:sp>
        <p:nvSpPr>
          <p:cNvPr id="41" name="Text 38"/>
          <p:cNvSpPr/>
          <p:nvPr/>
        </p:nvSpPr>
        <p:spPr>
          <a:xfrm>
            <a:off x="381000" y="6413500"/>
            <a:ext cx="6737252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Group 05 | Rishat Bin Sultan, Fariha Islam, Nafia Haque Muskan, MD Tamim Hasan</a:t>
            </a:r>
            <a:endParaRPr lang="en-US" sz="1600" dirty="0"/>
          </a:p>
        </p:txBody>
      </p:sp>
      <p:pic>
        <p:nvPicPr>
          <p:cNvPr id="43" name="Image 1" descr="https://kimi-img.moonshot.cn/pub/slides/26-03-16-09:58:55-d6rm7nq27jo8hctrbc30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995" y="1085850"/>
            <a:ext cx="7483464" cy="54102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8617" y="405478"/>
            <a:ext cx="73723" cy="294893"/>
          </a:xfrm>
          <a:custGeom>
            <a:avLst/>
            <a:gdLst/>
            <a:ahLst/>
            <a:cxnLst/>
            <a:rect l="l" t="t" r="r" b="b"/>
            <a:pathLst>
              <a:path w="73723" h="294893">
                <a:moveTo>
                  <a:pt x="36862" y="0"/>
                </a:moveTo>
                <a:lnTo>
                  <a:pt x="36862" y="0"/>
                </a:lnTo>
                <a:cubicBezTo>
                  <a:pt x="57206" y="0"/>
                  <a:pt x="73723" y="16517"/>
                  <a:pt x="73723" y="36862"/>
                </a:cubicBezTo>
                <a:lnTo>
                  <a:pt x="73723" y="258032"/>
                </a:lnTo>
                <a:cubicBezTo>
                  <a:pt x="73723" y="278390"/>
                  <a:pt x="57220" y="294893"/>
                  <a:pt x="36862" y="294893"/>
                </a:cubicBezTo>
                <a:lnTo>
                  <a:pt x="36862" y="294893"/>
                </a:lnTo>
                <a:cubicBezTo>
                  <a:pt x="16504" y="294893"/>
                  <a:pt x="0" y="278390"/>
                  <a:pt x="0" y="258032"/>
                </a:cubicBezTo>
                <a:lnTo>
                  <a:pt x="0" y="36862"/>
                </a:lnTo>
                <a:cubicBezTo>
                  <a:pt x="0" y="16517"/>
                  <a:pt x="16517" y="0"/>
                  <a:pt x="36862" y="0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52925" y="368617"/>
            <a:ext cx="3216181" cy="368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12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 Details Page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52925" y="700372"/>
            <a:ext cx="11353397" cy="258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Comprehensive product information with high-quality images and purchase options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46375" y="1089440"/>
            <a:ext cx="7215506" cy="5398215"/>
          </a:xfrm>
          <a:custGeom>
            <a:avLst/>
            <a:gdLst/>
            <a:ahLst/>
            <a:cxnLst/>
            <a:rect l="l" t="t" r="r" b="b"/>
            <a:pathLst>
              <a:path w="7215506" h="5398215">
                <a:moveTo>
                  <a:pt x="189556" y="0"/>
                </a:moveTo>
                <a:lnTo>
                  <a:pt x="7025950" y="0"/>
                </a:lnTo>
                <a:cubicBezTo>
                  <a:pt x="7130639" y="0"/>
                  <a:pt x="7215506" y="67600"/>
                  <a:pt x="7215506" y="150988"/>
                </a:cubicBezTo>
                <a:lnTo>
                  <a:pt x="7215506" y="5247227"/>
                </a:lnTo>
                <a:cubicBezTo>
                  <a:pt x="7215506" y="5330616"/>
                  <a:pt x="7130639" y="5398215"/>
                  <a:pt x="7025950" y="5398215"/>
                </a:cubicBezTo>
                <a:lnTo>
                  <a:pt x="189556" y="5398215"/>
                </a:lnTo>
                <a:cubicBezTo>
                  <a:pt x="84867" y="5398215"/>
                  <a:pt x="0" y="5330616"/>
                  <a:pt x="0" y="5247227"/>
                </a:cubicBezTo>
                <a:lnTo>
                  <a:pt x="0" y="150988"/>
                </a:lnTo>
                <a:cubicBezTo>
                  <a:pt x="0" y="67655"/>
                  <a:pt x="84937" y="0"/>
                  <a:pt x="18955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0385" dist="184308" dir="5400000" algn="bl" rotWithShape="0">
              <a:srgbClr val="000000">
                <a:alpha val="10196"/>
              </a:srgbClr>
            </a:outerShdw>
          </a:effectLst>
        </p:spPr>
      </p:sp>
      <p:pic>
        <p:nvPicPr>
          <p:cNvPr id="6" name="Image 0" descr="https://kimi-web-img.moonshot.cn/img/moonshot.cn/kimi-ppt/html-gen/uploads/Product_Details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75" y="1089440"/>
            <a:ext cx="7215506" cy="5398215"/>
          </a:xfrm>
          <a:prstGeom prst="roundRect">
            <a:avLst>
              <a:gd name="adj" fmla="val 2797"/>
            </a:avLst>
          </a:prstGeom>
        </p:spPr>
      </p:pic>
      <p:sp>
        <p:nvSpPr>
          <p:cNvPr id="7" name="Shape 4"/>
          <p:cNvSpPr/>
          <p:nvPr/>
        </p:nvSpPr>
        <p:spPr>
          <a:xfrm>
            <a:off x="7487008" y="1216435"/>
            <a:ext cx="4703896" cy="3723029"/>
          </a:xfrm>
          <a:custGeom>
            <a:avLst/>
            <a:gdLst/>
            <a:ahLst/>
            <a:cxnLst/>
            <a:rect l="l" t="t" r="r" b="b"/>
            <a:pathLst>
              <a:path w="4703896" h="3723029">
                <a:moveTo>
                  <a:pt x="123571" y="0"/>
                </a:moveTo>
                <a:lnTo>
                  <a:pt x="4580325" y="0"/>
                </a:lnTo>
                <a:cubicBezTo>
                  <a:pt x="4648571" y="0"/>
                  <a:pt x="4703896" y="66008"/>
                  <a:pt x="4703896" y="147432"/>
                </a:cubicBezTo>
                <a:lnTo>
                  <a:pt x="4703896" y="3575598"/>
                </a:lnTo>
                <a:cubicBezTo>
                  <a:pt x="4703896" y="3657022"/>
                  <a:pt x="4648571" y="3723029"/>
                  <a:pt x="4580325" y="3723029"/>
                </a:cubicBezTo>
                <a:lnTo>
                  <a:pt x="123571" y="3723029"/>
                </a:lnTo>
                <a:cubicBezTo>
                  <a:pt x="55325" y="3723029"/>
                  <a:pt x="0" y="3657022"/>
                  <a:pt x="0" y="3575598"/>
                </a:cubicBezTo>
                <a:lnTo>
                  <a:pt x="0" y="147432"/>
                </a:lnTo>
                <a:cubicBezTo>
                  <a:pt x="0" y="66062"/>
                  <a:pt x="55370" y="0"/>
                  <a:pt x="12357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8231" dist="9215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35824" y="1400744"/>
            <a:ext cx="221170" cy="294893"/>
          </a:xfrm>
          <a:custGeom>
            <a:avLst/>
            <a:gdLst/>
            <a:ahLst/>
            <a:cxnLst/>
            <a:rect l="l" t="t" r="r" b="b"/>
            <a:pathLst>
              <a:path w="221170" h="294893">
                <a:moveTo>
                  <a:pt x="110585" y="294893"/>
                </a:moveTo>
                <a:cubicBezTo>
                  <a:pt x="171619" y="294893"/>
                  <a:pt x="221170" y="228825"/>
                  <a:pt x="221170" y="147447"/>
                </a:cubicBezTo>
                <a:cubicBezTo>
                  <a:pt x="221170" y="66069"/>
                  <a:pt x="171619" y="0"/>
                  <a:pt x="110585" y="0"/>
                </a:cubicBezTo>
                <a:cubicBezTo>
                  <a:pt x="49551" y="0"/>
                  <a:pt x="0" y="66069"/>
                  <a:pt x="0" y="147447"/>
                </a:cubicBezTo>
                <a:cubicBezTo>
                  <a:pt x="0" y="228825"/>
                  <a:pt x="49551" y="294893"/>
                  <a:pt x="110585" y="294893"/>
                </a:cubicBezTo>
                <a:close/>
                <a:moveTo>
                  <a:pt x="96762" y="92154"/>
                </a:moveTo>
                <a:cubicBezTo>
                  <a:pt x="96762" y="81982"/>
                  <a:pt x="102956" y="73723"/>
                  <a:pt x="110585" y="73723"/>
                </a:cubicBezTo>
                <a:cubicBezTo>
                  <a:pt x="118214" y="73723"/>
                  <a:pt x="124408" y="81982"/>
                  <a:pt x="124408" y="92154"/>
                </a:cubicBezTo>
                <a:cubicBezTo>
                  <a:pt x="124408" y="102326"/>
                  <a:pt x="118214" y="110585"/>
                  <a:pt x="110585" y="110585"/>
                </a:cubicBezTo>
                <a:cubicBezTo>
                  <a:pt x="102956" y="110585"/>
                  <a:pt x="96762" y="102326"/>
                  <a:pt x="96762" y="92154"/>
                </a:cubicBezTo>
                <a:close/>
                <a:moveTo>
                  <a:pt x="93306" y="129016"/>
                </a:moveTo>
                <a:lnTo>
                  <a:pt x="114041" y="129016"/>
                </a:lnTo>
                <a:cubicBezTo>
                  <a:pt x="119786" y="129016"/>
                  <a:pt x="124408" y="135179"/>
                  <a:pt x="124408" y="142839"/>
                </a:cubicBezTo>
                <a:lnTo>
                  <a:pt x="124408" y="193524"/>
                </a:lnTo>
                <a:lnTo>
                  <a:pt x="127864" y="193524"/>
                </a:lnTo>
                <a:cubicBezTo>
                  <a:pt x="133609" y="193524"/>
                  <a:pt x="138231" y="199687"/>
                  <a:pt x="138231" y="207347"/>
                </a:cubicBezTo>
                <a:cubicBezTo>
                  <a:pt x="138231" y="215007"/>
                  <a:pt x="133609" y="221170"/>
                  <a:pt x="127864" y="221170"/>
                </a:cubicBezTo>
                <a:lnTo>
                  <a:pt x="93306" y="221170"/>
                </a:lnTo>
                <a:cubicBezTo>
                  <a:pt x="87561" y="221170"/>
                  <a:pt x="82939" y="215007"/>
                  <a:pt x="82939" y="207347"/>
                </a:cubicBezTo>
                <a:cubicBezTo>
                  <a:pt x="82939" y="199687"/>
                  <a:pt x="87561" y="193524"/>
                  <a:pt x="93306" y="193524"/>
                </a:cubicBezTo>
                <a:lnTo>
                  <a:pt x="103673" y="193524"/>
                </a:lnTo>
                <a:lnTo>
                  <a:pt x="103673" y="156662"/>
                </a:lnTo>
                <a:lnTo>
                  <a:pt x="93306" y="156662"/>
                </a:lnTo>
                <a:cubicBezTo>
                  <a:pt x="87561" y="156662"/>
                  <a:pt x="82939" y="150499"/>
                  <a:pt x="82939" y="142839"/>
                </a:cubicBezTo>
                <a:cubicBezTo>
                  <a:pt x="82939" y="135179"/>
                  <a:pt x="87561" y="129016"/>
                  <a:pt x="93306" y="129016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9" name="Text 6"/>
          <p:cNvSpPr/>
          <p:nvPr/>
        </p:nvSpPr>
        <p:spPr>
          <a:xfrm>
            <a:off x="8076795" y="1400744"/>
            <a:ext cx="5003973" cy="294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 Information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7708177" y="1916807"/>
            <a:ext cx="4337447" cy="810957"/>
          </a:xfrm>
          <a:custGeom>
            <a:avLst/>
            <a:gdLst/>
            <a:ahLst/>
            <a:cxnLst/>
            <a:rect l="l" t="t" r="r" b="b"/>
            <a:pathLst>
              <a:path w="4261556" h="810957">
                <a:moveTo>
                  <a:pt x="91154" y="0"/>
                </a:moveTo>
                <a:lnTo>
                  <a:pt x="4170402" y="0"/>
                </a:lnTo>
                <a:cubicBezTo>
                  <a:pt x="4220745" y="0"/>
                  <a:pt x="4261556" y="49509"/>
                  <a:pt x="4261556" y="110582"/>
                </a:cubicBezTo>
                <a:lnTo>
                  <a:pt x="4261556" y="700375"/>
                </a:lnTo>
                <a:cubicBezTo>
                  <a:pt x="4261556" y="761448"/>
                  <a:pt x="4220745" y="810957"/>
                  <a:pt x="4170402" y="810957"/>
                </a:cubicBezTo>
                <a:lnTo>
                  <a:pt x="91154" y="810957"/>
                </a:lnTo>
                <a:cubicBezTo>
                  <a:pt x="40811" y="810957"/>
                  <a:pt x="0" y="761448"/>
                  <a:pt x="0" y="700375"/>
                </a:cubicBezTo>
                <a:lnTo>
                  <a:pt x="0" y="110582"/>
                </a:lnTo>
                <a:cubicBezTo>
                  <a:pt x="0" y="49509"/>
                  <a:pt x="40811" y="0"/>
                  <a:pt x="91154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11" name="Shape 8"/>
          <p:cNvSpPr/>
          <p:nvPr/>
        </p:nvSpPr>
        <p:spPr>
          <a:xfrm>
            <a:off x="7855625" y="2064254"/>
            <a:ext cx="442340" cy="442340"/>
          </a:xfrm>
          <a:custGeom>
            <a:avLst/>
            <a:gdLst/>
            <a:ahLst/>
            <a:cxnLst/>
            <a:rect l="l" t="t" r="r" b="b"/>
            <a:pathLst>
              <a:path w="442340" h="442340">
                <a:moveTo>
                  <a:pt x="110585" y="0"/>
                </a:moveTo>
                <a:lnTo>
                  <a:pt x="331755" y="0"/>
                </a:lnTo>
                <a:cubicBezTo>
                  <a:pt x="392830" y="0"/>
                  <a:pt x="442340" y="49511"/>
                  <a:pt x="442340" y="110585"/>
                </a:cubicBezTo>
                <a:lnTo>
                  <a:pt x="442340" y="331755"/>
                </a:lnTo>
                <a:cubicBezTo>
                  <a:pt x="442340" y="392830"/>
                  <a:pt x="392830" y="442340"/>
                  <a:pt x="331755" y="442340"/>
                </a:cubicBezTo>
                <a:lnTo>
                  <a:pt x="110585" y="442340"/>
                </a:lnTo>
                <a:cubicBezTo>
                  <a:pt x="49511" y="442340"/>
                  <a:pt x="0" y="392830"/>
                  <a:pt x="0" y="331755"/>
                </a:cubicBezTo>
                <a:lnTo>
                  <a:pt x="0" y="110585"/>
                </a:lnTo>
                <a:cubicBezTo>
                  <a:pt x="0" y="49551"/>
                  <a:pt x="49551" y="0"/>
                  <a:pt x="110585" y="0"/>
                </a:cubicBezTo>
                <a:close/>
              </a:path>
            </a:pathLst>
          </a:custGeom>
          <a:solidFill>
            <a:srgbClr val="0D9488">
              <a:alpha val="10196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7980033" y="2174839"/>
            <a:ext cx="193524" cy="221170"/>
          </a:xfrm>
          <a:custGeom>
            <a:avLst/>
            <a:gdLst/>
            <a:ahLst/>
            <a:cxnLst/>
            <a:rect l="l" t="t" r="r" b="b"/>
            <a:pathLst>
              <a:path w="193524" h="221170">
                <a:moveTo>
                  <a:pt x="27646" y="13823"/>
                </a:moveTo>
                <a:cubicBezTo>
                  <a:pt x="12398" y="13823"/>
                  <a:pt x="0" y="26221"/>
                  <a:pt x="0" y="41469"/>
                </a:cubicBezTo>
                <a:lnTo>
                  <a:pt x="0" y="179701"/>
                </a:lnTo>
                <a:cubicBezTo>
                  <a:pt x="0" y="194949"/>
                  <a:pt x="12398" y="207347"/>
                  <a:pt x="27646" y="207347"/>
                </a:cubicBezTo>
                <a:lnTo>
                  <a:pt x="165878" y="207347"/>
                </a:lnTo>
                <a:cubicBezTo>
                  <a:pt x="181126" y="207347"/>
                  <a:pt x="193524" y="194949"/>
                  <a:pt x="193524" y="179701"/>
                </a:cubicBezTo>
                <a:lnTo>
                  <a:pt x="193524" y="41469"/>
                </a:lnTo>
                <a:cubicBezTo>
                  <a:pt x="193524" y="26221"/>
                  <a:pt x="181126" y="13823"/>
                  <a:pt x="165878" y="13823"/>
                </a:cubicBezTo>
                <a:lnTo>
                  <a:pt x="27646" y="13823"/>
                </a:lnTo>
                <a:close/>
                <a:moveTo>
                  <a:pt x="55293" y="48381"/>
                </a:moveTo>
                <a:cubicBezTo>
                  <a:pt x="66736" y="48381"/>
                  <a:pt x="76027" y="57672"/>
                  <a:pt x="76027" y="69116"/>
                </a:cubicBezTo>
                <a:cubicBezTo>
                  <a:pt x="76027" y="80559"/>
                  <a:pt x="66736" y="89850"/>
                  <a:pt x="55293" y="89850"/>
                </a:cubicBezTo>
                <a:cubicBezTo>
                  <a:pt x="43849" y="89850"/>
                  <a:pt x="34558" y="80559"/>
                  <a:pt x="34558" y="69116"/>
                </a:cubicBezTo>
                <a:cubicBezTo>
                  <a:pt x="34558" y="57672"/>
                  <a:pt x="43849" y="48381"/>
                  <a:pt x="55293" y="48381"/>
                </a:cubicBezTo>
                <a:close/>
                <a:moveTo>
                  <a:pt x="117497" y="96762"/>
                </a:moveTo>
                <a:cubicBezTo>
                  <a:pt x="121125" y="96762"/>
                  <a:pt x="124451" y="98663"/>
                  <a:pt x="126352" y="101730"/>
                </a:cubicBezTo>
                <a:lnTo>
                  <a:pt x="164366" y="163934"/>
                </a:lnTo>
                <a:cubicBezTo>
                  <a:pt x="166310" y="167130"/>
                  <a:pt x="166396" y="171148"/>
                  <a:pt x="164582" y="174431"/>
                </a:cubicBezTo>
                <a:cubicBezTo>
                  <a:pt x="162767" y="177714"/>
                  <a:pt x="159268" y="179701"/>
                  <a:pt x="155510" y="179701"/>
                </a:cubicBezTo>
                <a:lnTo>
                  <a:pt x="38014" y="179701"/>
                </a:lnTo>
                <a:cubicBezTo>
                  <a:pt x="34169" y="179701"/>
                  <a:pt x="30584" y="177541"/>
                  <a:pt x="28813" y="174128"/>
                </a:cubicBezTo>
                <a:cubicBezTo>
                  <a:pt x="27041" y="170716"/>
                  <a:pt x="27301" y="166569"/>
                  <a:pt x="29504" y="163415"/>
                </a:cubicBezTo>
                <a:lnTo>
                  <a:pt x="53694" y="128857"/>
                </a:lnTo>
                <a:cubicBezTo>
                  <a:pt x="55638" y="126093"/>
                  <a:pt x="58791" y="124451"/>
                  <a:pt x="62204" y="124451"/>
                </a:cubicBezTo>
                <a:cubicBezTo>
                  <a:pt x="65617" y="124451"/>
                  <a:pt x="68770" y="126093"/>
                  <a:pt x="70714" y="128857"/>
                </a:cubicBezTo>
                <a:lnTo>
                  <a:pt x="82118" y="145186"/>
                </a:lnTo>
                <a:lnTo>
                  <a:pt x="108641" y="101773"/>
                </a:lnTo>
                <a:cubicBezTo>
                  <a:pt x="110542" y="98706"/>
                  <a:pt x="113868" y="96805"/>
                  <a:pt x="117497" y="96805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13" name="Text 10"/>
          <p:cNvSpPr/>
          <p:nvPr/>
        </p:nvSpPr>
        <p:spPr>
          <a:xfrm>
            <a:off x="8440804" y="2064254"/>
            <a:ext cx="4275955" cy="258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High-Quality Images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445411" y="2322286"/>
            <a:ext cx="3524322" cy="221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Multiple product images with detailed viewing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7708178" y="2875211"/>
            <a:ext cx="4261556" cy="810957"/>
          </a:xfrm>
          <a:custGeom>
            <a:avLst/>
            <a:gdLst/>
            <a:ahLst/>
            <a:cxnLst/>
            <a:rect l="l" t="t" r="r" b="b"/>
            <a:pathLst>
              <a:path w="4261556" h="810957">
                <a:moveTo>
                  <a:pt x="91154" y="0"/>
                </a:moveTo>
                <a:lnTo>
                  <a:pt x="4170402" y="0"/>
                </a:lnTo>
                <a:cubicBezTo>
                  <a:pt x="4220745" y="0"/>
                  <a:pt x="4261556" y="49509"/>
                  <a:pt x="4261556" y="110582"/>
                </a:cubicBezTo>
                <a:lnTo>
                  <a:pt x="4261556" y="700375"/>
                </a:lnTo>
                <a:cubicBezTo>
                  <a:pt x="4261556" y="761448"/>
                  <a:pt x="4220745" y="810957"/>
                  <a:pt x="4170402" y="810957"/>
                </a:cubicBezTo>
                <a:lnTo>
                  <a:pt x="91154" y="810957"/>
                </a:lnTo>
                <a:cubicBezTo>
                  <a:pt x="40811" y="810957"/>
                  <a:pt x="0" y="761448"/>
                  <a:pt x="0" y="700375"/>
                </a:cubicBezTo>
                <a:lnTo>
                  <a:pt x="0" y="110582"/>
                </a:lnTo>
                <a:cubicBezTo>
                  <a:pt x="0" y="49509"/>
                  <a:pt x="40811" y="0"/>
                  <a:pt x="91154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16" name="Shape 13"/>
          <p:cNvSpPr/>
          <p:nvPr/>
        </p:nvSpPr>
        <p:spPr>
          <a:xfrm>
            <a:off x="7855625" y="3022658"/>
            <a:ext cx="442340" cy="442340"/>
          </a:xfrm>
          <a:custGeom>
            <a:avLst/>
            <a:gdLst/>
            <a:ahLst/>
            <a:cxnLst/>
            <a:rect l="l" t="t" r="r" b="b"/>
            <a:pathLst>
              <a:path w="442340" h="442340">
                <a:moveTo>
                  <a:pt x="110585" y="0"/>
                </a:moveTo>
                <a:lnTo>
                  <a:pt x="331755" y="0"/>
                </a:lnTo>
                <a:cubicBezTo>
                  <a:pt x="392830" y="0"/>
                  <a:pt x="442340" y="49511"/>
                  <a:pt x="442340" y="110585"/>
                </a:cubicBezTo>
                <a:lnTo>
                  <a:pt x="442340" y="331755"/>
                </a:lnTo>
                <a:cubicBezTo>
                  <a:pt x="442340" y="392830"/>
                  <a:pt x="392830" y="442340"/>
                  <a:pt x="331755" y="442340"/>
                </a:cubicBezTo>
                <a:lnTo>
                  <a:pt x="110585" y="442340"/>
                </a:lnTo>
                <a:cubicBezTo>
                  <a:pt x="49511" y="442340"/>
                  <a:pt x="0" y="392830"/>
                  <a:pt x="0" y="331755"/>
                </a:cubicBezTo>
                <a:lnTo>
                  <a:pt x="0" y="110585"/>
                </a:lnTo>
                <a:cubicBezTo>
                  <a:pt x="0" y="49551"/>
                  <a:pt x="49551" y="0"/>
                  <a:pt x="110585" y="0"/>
                </a:cubicBezTo>
                <a:close/>
              </a:path>
            </a:pathLst>
          </a:custGeom>
          <a:solidFill>
            <a:srgbClr val="14B8A6">
              <a:alpha val="10196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7980033" y="3133243"/>
            <a:ext cx="193524" cy="221170"/>
          </a:xfrm>
          <a:custGeom>
            <a:avLst/>
            <a:gdLst/>
            <a:ahLst/>
            <a:cxnLst/>
            <a:rect l="l" t="t" r="r" b="b"/>
            <a:pathLst>
              <a:path w="193524" h="221170">
                <a:moveTo>
                  <a:pt x="124408" y="27646"/>
                </a:moveTo>
                <a:cubicBezTo>
                  <a:pt x="124408" y="35292"/>
                  <a:pt x="118231" y="41469"/>
                  <a:pt x="110585" y="41469"/>
                </a:cubicBezTo>
                <a:lnTo>
                  <a:pt x="13823" y="41469"/>
                </a:lnTo>
                <a:cubicBezTo>
                  <a:pt x="6177" y="41469"/>
                  <a:pt x="0" y="35292"/>
                  <a:pt x="0" y="27646"/>
                </a:cubicBezTo>
                <a:cubicBezTo>
                  <a:pt x="0" y="20000"/>
                  <a:pt x="6177" y="13823"/>
                  <a:pt x="13823" y="13823"/>
                </a:cubicBezTo>
                <a:lnTo>
                  <a:pt x="110585" y="13823"/>
                </a:lnTo>
                <a:cubicBezTo>
                  <a:pt x="118231" y="13823"/>
                  <a:pt x="124408" y="20000"/>
                  <a:pt x="124408" y="27646"/>
                </a:cubicBezTo>
                <a:close/>
                <a:moveTo>
                  <a:pt x="124408" y="138231"/>
                </a:moveTo>
                <a:cubicBezTo>
                  <a:pt x="124408" y="145877"/>
                  <a:pt x="118231" y="152054"/>
                  <a:pt x="110585" y="152054"/>
                </a:cubicBezTo>
                <a:lnTo>
                  <a:pt x="13823" y="152054"/>
                </a:lnTo>
                <a:cubicBezTo>
                  <a:pt x="6177" y="152054"/>
                  <a:pt x="0" y="145877"/>
                  <a:pt x="0" y="138231"/>
                </a:cubicBezTo>
                <a:cubicBezTo>
                  <a:pt x="0" y="130585"/>
                  <a:pt x="6177" y="124408"/>
                  <a:pt x="13823" y="124408"/>
                </a:cubicBezTo>
                <a:lnTo>
                  <a:pt x="110585" y="124408"/>
                </a:lnTo>
                <a:cubicBezTo>
                  <a:pt x="118231" y="124408"/>
                  <a:pt x="124408" y="130585"/>
                  <a:pt x="124408" y="138231"/>
                </a:cubicBezTo>
                <a:close/>
                <a:moveTo>
                  <a:pt x="0" y="82939"/>
                </a:moveTo>
                <a:cubicBezTo>
                  <a:pt x="0" y="75293"/>
                  <a:pt x="6177" y="69116"/>
                  <a:pt x="13823" y="69116"/>
                </a:cubicBezTo>
                <a:lnTo>
                  <a:pt x="179701" y="69116"/>
                </a:lnTo>
                <a:cubicBezTo>
                  <a:pt x="187347" y="69116"/>
                  <a:pt x="193524" y="75293"/>
                  <a:pt x="193524" y="82939"/>
                </a:cubicBezTo>
                <a:cubicBezTo>
                  <a:pt x="193524" y="90585"/>
                  <a:pt x="187347" y="96762"/>
                  <a:pt x="179701" y="96762"/>
                </a:cubicBezTo>
                <a:lnTo>
                  <a:pt x="13823" y="96762"/>
                </a:lnTo>
                <a:cubicBezTo>
                  <a:pt x="6177" y="96762"/>
                  <a:pt x="0" y="90585"/>
                  <a:pt x="0" y="82939"/>
                </a:cubicBezTo>
                <a:close/>
                <a:moveTo>
                  <a:pt x="193524" y="193524"/>
                </a:moveTo>
                <a:cubicBezTo>
                  <a:pt x="193524" y="201170"/>
                  <a:pt x="187347" y="207347"/>
                  <a:pt x="179701" y="207347"/>
                </a:cubicBezTo>
                <a:lnTo>
                  <a:pt x="13823" y="207347"/>
                </a:lnTo>
                <a:cubicBezTo>
                  <a:pt x="6177" y="207347"/>
                  <a:pt x="0" y="201170"/>
                  <a:pt x="0" y="193524"/>
                </a:cubicBezTo>
                <a:cubicBezTo>
                  <a:pt x="0" y="185878"/>
                  <a:pt x="6177" y="179701"/>
                  <a:pt x="13823" y="179701"/>
                </a:cubicBezTo>
                <a:lnTo>
                  <a:pt x="179701" y="179701"/>
                </a:lnTo>
                <a:cubicBezTo>
                  <a:pt x="187347" y="179701"/>
                  <a:pt x="193524" y="185878"/>
                  <a:pt x="193524" y="193524"/>
                </a:cubicBezTo>
                <a:close/>
              </a:path>
            </a:pathLst>
          </a:custGeom>
          <a:solidFill>
            <a:srgbClr val="14B8A6"/>
          </a:solidFill>
          <a:ln/>
        </p:spPr>
      </p:sp>
      <p:sp>
        <p:nvSpPr>
          <p:cNvPr id="18" name="Text 15"/>
          <p:cNvSpPr/>
          <p:nvPr/>
        </p:nvSpPr>
        <p:spPr>
          <a:xfrm>
            <a:off x="8459235" y="3077950"/>
            <a:ext cx="4239093" cy="258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Detailed Description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463842" y="3280689"/>
            <a:ext cx="3442480" cy="221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Comprehensive product information 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7708178" y="3833615"/>
            <a:ext cx="4261556" cy="810957"/>
          </a:xfrm>
          <a:custGeom>
            <a:avLst/>
            <a:gdLst/>
            <a:ahLst/>
            <a:cxnLst/>
            <a:rect l="l" t="t" r="r" b="b"/>
            <a:pathLst>
              <a:path w="4261556" h="810957">
                <a:moveTo>
                  <a:pt x="91154" y="0"/>
                </a:moveTo>
                <a:lnTo>
                  <a:pt x="4170402" y="0"/>
                </a:lnTo>
                <a:cubicBezTo>
                  <a:pt x="4220745" y="0"/>
                  <a:pt x="4261556" y="49509"/>
                  <a:pt x="4261556" y="110582"/>
                </a:cubicBezTo>
                <a:lnTo>
                  <a:pt x="4261556" y="700375"/>
                </a:lnTo>
                <a:cubicBezTo>
                  <a:pt x="4261556" y="761448"/>
                  <a:pt x="4220745" y="810957"/>
                  <a:pt x="4170402" y="810957"/>
                </a:cubicBezTo>
                <a:lnTo>
                  <a:pt x="91154" y="810957"/>
                </a:lnTo>
                <a:cubicBezTo>
                  <a:pt x="40811" y="810957"/>
                  <a:pt x="0" y="761448"/>
                  <a:pt x="0" y="700375"/>
                </a:cubicBezTo>
                <a:lnTo>
                  <a:pt x="0" y="110582"/>
                </a:lnTo>
                <a:cubicBezTo>
                  <a:pt x="0" y="49509"/>
                  <a:pt x="40811" y="0"/>
                  <a:pt x="91154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21" name="Shape 18"/>
          <p:cNvSpPr/>
          <p:nvPr/>
        </p:nvSpPr>
        <p:spPr>
          <a:xfrm>
            <a:off x="7855625" y="3981061"/>
            <a:ext cx="442340" cy="442340"/>
          </a:xfrm>
          <a:custGeom>
            <a:avLst/>
            <a:gdLst/>
            <a:ahLst/>
            <a:cxnLst/>
            <a:rect l="l" t="t" r="r" b="b"/>
            <a:pathLst>
              <a:path w="442340" h="442340">
                <a:moveTo>
                  <a:pt x="110585" y="0"/>
                </a:moveTo>
                <a:lnTo>
                  <a:pt x="331755" y="0"/>
                </a:lnTo>
                <a:cubicBezTo>
                  <a:pt x="392830" y="0"/>
                  <a:pt x="442340" y="49511"/>
                  <a:pt x="442340" y="110585"/>
                </a:cubicBezTo>
                <a:lnTo>
                  <a:pt x="442340" y="331755"/>
                </a:lnTo>
                <a:cubicBezTo>
                  <a:pt x="442340" y="392830"/>
                  <a:pt x="392830" y="442340"/>
                  <a:pt x="331755" y="442340"/>
                </a:cubicBezTo>
                <a:lnTo>
                  <a:pt x="110585" y="442340"/>
                </a:lnTo>
                <a:cubicBezTo>
                  <a:pt x="49511" y="442340"/>
                  <a:pt x="0" y="392830"/>
                  <a:pt x="0" y="331755"/>
                </a:cubicBezTo>
                <a:lnTo>
                  <a:pt x="0" y="110585"/>
                </a:lnTo>
                <a:cubicBezTo>
                  <a:pt x="0" y="49551"/>
                  <a:pt x="49551" y="0"/>
                  <a:pt x="110585" y="0"/>
                </a:cubicBezTo>
                <a:close/>
              </a:path>
            </a:pathLst>
          </a:custGeom>
          <a:solidFill>
            <a:srgbClr val="0D9488">
              <a:alpha val="10196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7966210" y="4091646"/>
            <a:ext cx="221170" cy="221170"/>
          </a:xfrm>
          <a:custGeom>
            <a:avLst/>
            <a:gdLst/>
            <a:ahLst/>
            <a:cxnLst/>
            <a:rect l="l" t="t" r="r" b="b"/>
            <a:pathLst>
              <a:path w="221170" h="221170">
                <a:moveTo>
                  <a:pt x="96762" y="0"/>
                </a:moveTo>
                <a:lnTo>
                  <a:pt x="96762" y="27646"/>
                </a:lnTo>
                <a:cubicBezTo>
                  <a:pt x="96762" y="31448"/>
                  <a:pt x="99872" y="34558"/>
                  <a:pt x="103673" y="34558"/>
                </a:cubicBezTo>
                <a:lnTo>
                  <a:pt x="117497" y="34558"/>
                </a:lnTo>
                <a:cubicBezTo>
                  <a:pt x="121298" y="34558"/>
                  <a:pt x="124408" y="31448"/>
                  <a:pt x="124408" y="27646"/>
                </a:cubicBezTo>
                <a:lnTo>
                  <a:pt x="124408" y="0"/>
                </a:lnTo>
                <a:lnTo>
                  <a:pt x="138231" y="0"/>
                </a:lnTo>
                <a:cubicBezTo>
                  <a:pt x="153480" y="0"/>
                  <a:pt x="165878" y="12398"/>
                  <a:pt x="165878" y="27646"/>
                </a:cubicBezTo>
                <a:lnTo>
                  <a:pt x="165878" y="82939"/>
                </a:lnTo>
                <a:cubicBezTo>
                  <a:pt x="165878" y="85315"/>
                  <a:pt x="165575" y="87647"/>
                  <a:pt x="165014" y="89850"/>
                </a:cubicBezTo>
                <a:lnTo>
                  <a:pt x="56156" y="89850"/>
                </a:lnTo>
                <a:cubicBezTo>
                  <a:pt x="55595" y="87647"/>
                  <a:pt x="55293" y="85315"/>
                  <a:pt x="55293" y="82939"/>
                </a:cubicBezTo>
                <a:lnTo>
                  <a:pt x="55293" y="27646"/>
                </a:lnTo>
                <a:cubicBezTo>
                  <a:pt x="55293" y="12398"/>
                  <a:pt x="67690" y="0"/>
                  <a:pt x="82939" y="0"/>
                </a:cubicBezTo>
                <a:lnTo>
                  <a:pt x="96762" y="0"/>
                </a:lnTo>
                <a:close/>
                <a:moveTo>
                  <a:pt x="138231" y="221170"/>
                </a:moveTo>
                <a:cubicBezTo>
                  <a:pt x="133393" y="221170"/>
                  <a:pt x="128814" y="219917"/>
                  <a:pt x="124840" y="217714"/>
                </a:cubicBezTo>
                <a:cubicBezTo>
                  <a:pt x="128944" y="210587"/>
                  <a:pt x="131320" y="202336"/>
                  <a:pt x="131320" y="193524"/>
                </a:cubicBezTo>
                <a:lnTo>
                  <a:pt x="131320" y="138231"/>
                </a:lnTo>
                <a:cubicBezTo>
                  <a:pt x="131320" y="129419"/>
                  <a:pt x="128944" y="121168"/>
                  <a:pt x="124840" y="114041"/>
                </a:cubicBezTo>
                <a:cubicBezTo>
                  <a:pt x="128814" y="111838"/>
                  <a:pt x="133350" y="110585"/>
                  <a:pt x="138231" y="110585"/>
                </a:cubicBezTo>
                <a:lnTo>
                  <a:pt x="152054" y="110585"/>
                </a:lnTo>
                <a:lnTo>
                  <a:pt x="152054" y="138231"/>
                </a:lnTo>
                <a:cubicBezTo>
                  <a:pt x="152054" y="142033"/>
                  <a:pt x="155165" y="145143"/>
                  <a:pt x="158966" y="145143"/>
                </a:cubicBezTo>
                <a:lnTo>
                  <a:pt x="172789" y="145143"/>
                </a:lnTo>
                <a:cubicBezTo>
                  <a:pt x="176590" y="145143"/>
                  <a:pt x="179701" y="142033"/>
                  <a:pt x="179701" y="138231"/>
                </a:cubicBezTo>
                <a:lnTo>
                  <a:pt x="179701" y="110585"/>
                </a:lnTo>
                <a:lnTo>
                  <a:pt x="193524" y="110585"/>
                </a:lnTo>
                <a:cubicBezTo>
                  <a:pt x="208772" y="110585"/>
                  <a:pt x="221170" y="122983"/>
                  <a:pt x="221170" y="138231"/>
                </a:cubicBezTo>
                <a:lnTo>
                  <a:pt x="221170" y="193524"/>
                </a:lnTo>
                <a:cubicBezTo>
                  <a:pt x="221170" y="208772"/>
                  <a:pt x="208772" y="221170"/>
                  <a:pt x="193524" y="221170"/>
                </a:cubicBezTo>
                <a:lnTo>
                  <a:pt x="138231" y="221170"/>
                </a:lnTo>
                <a:close/>
                <a:moveTo>
                  <a:pt x="0" y="138231"/>
                </a:moveTo>
                <a:cubicBezTo>
                  <a:pt x="0" y="122983"/>
                  <a:pt x="12398" y="110585"/>
                  <a:pt x="27646" y="110585"/>
                </a:cubicBezTo>
                <a:lnTo>
                  <a:pt x="41469" y="110585"/>
                </a:lnTo>
                <a:lnTo>
                  <a:pt x="41469" y="138231"/>
                </a:lnTo>
                <a:cubicBezTo>
                  <a:pt x="41469" y="142033"/>
                  <a:pt x="44580" y="145143"/>
                  <a:pt x="48381" y="145143"/>
                </a:cubicBezTo>
                <a:lnTo>
                  <a:pt x="62204" y="145143"/>
                </a:lnTo>
                <a:cubicBezTo>
                  <a:pt x="66005" y="145143"/>
                  <a:pt x="69116" y="142033"/>
                  <a:pt x="69116" y="138231"/>
                </a:cubicBezTo>
                <a:lnTo>
                  <a:pt x="69116" y="110585"/>
                </a:lnTo>
                <a:lnTo>
                  <a:pt x="82939" y="110585"/>
                </a:lnTo>
                <a:cubicBezTo>
                  <a:pt x="98187" y="110585"/>
                  <a:pt x="110585" y="122983"/>
                  <a:pt x="110585" y="138231"/>
                </a:cubicBezTo>
                <a:lnTo>
                  <a:pt x="110585" y="193524"/>
                </a:lnTo>
                <a:cubicBezTo>
                  <a:pt x="110585" y="208772"/>
                  <a:pt x="98187" y="221170"/>
                  <a:pt x="82939" y="221170"/>
                </a:cubicBezTo>
                <a:lnTo>
                  <a:pt x="27646" y="221170"/>
                </a:lnTo>
                <a:cubicBezTo>
                  <a:pt x="12398" y="221170"/>
                  <a:pt x="0" y="208772"/>
                  <a:pt x="0" y="193524"/>
                </a:cubicBezTo>
                <a:lnTo>
                  <a:pt x="0" y="138231"/>
                </a:ln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23" name="Text 20"/>
          <p:cNvSpPr/>
          <p:nvPr/>
        </p:nvSpPr>
        <p:spPr>
          <a:xfrm>
            <a:off x="8445411" y="3981061"/>
            <a:ext cx="3464998" cy="258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Stock Status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8445410" y="4275954"/>
            <a:ext cx="3524323" cy="479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inventory display with "In Stock" indicators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7487008" y="5086912"/>
            <a:ext cx="4703896" cy="1400744"/>
          </a:xfrm>
          <a:custGeom>
            <a:avLst/>
            <a:gdLst/>
            <a:ahLst/>
            <a:cxnLst/>
            <a:rect l="l" t="t" r="r" b="b"/>
            <a:pathLst>
              <a:path w="4703896" h="1400744">
                <a:moveTo>
                  <a:pt x="123580" y="0"/>
                </a:moveTo>
                <a:lnTo>
                  <a:pt x="4580316" y="0"/>
                </a:lnTo>
                <a:cubicBezTo>
                  <a:pt x="4648567" y="0"/>
                  <a:pt x="4703896" y="66012"/>
                  <a:pt x="4703896" y="147442"/>
                </a:cubicBezTo>
                <a:lnTo>
                  <a:pt x="4703896" y="1253301"/>
                </a:lnTo>
                <a:cubicBezTo>
                  <a:pt x="4703896" y="1334732"/>
                  <a:pt x="4648567" y="1400744"/>
                  <a:pt x="4580316" y="1400744"/>
                </a:cubicBezTo>
                <a:lnTo>
                  <a:pt x="123580" y="1400744"/>
                </a:lnTo>
                <a:cubicBezTo>
                  <a:pt x="55329" y="1400744"/>
                  <a:pt x="0" y="1334732"/>
                  <a:pt x="0" y="1253301"/>
                </a:cubicBezTo>
                <a:lnTo>
                  <a:pt x="0" y="147442"/>
                </a:lnTo>
                <a:cubicBezTo>
                  <a:pt x="0" y="66067"/>
                  <a:pt x="55374" y="0"/>
                  <a:pt x="123580" y="0"/>
                </a:cubicBezTo>
                <a:close/>
              </a:path>
            </a:pathLst>
          </a:custGeom>
          <a:gradFill flip="none" rotWithShape="1">
            <a:gsLst>
              <a:gs pos="0">
                <a:srgbClr val="0D9488"/>
              </a:gs>
              <a:gs pos="100000">
                <a:srgbClr val="14B8A6"/>
              </a:gs>
            </a:gsLst>
            <a:lin ang="0" scaled="1"/>
          </a:gradFill>
          <a:ln/>
          <a:effectLst>
            <a:outerShdw blurRad="138231" dist="9215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7639062" y="5289651"/>
            <a:ext cx="193524" cy="221170"/>
          </a:xfrm>
          <a:custGeom>
            <a:avLst/>
            <a:gdLst/>
            <a:ahLst/>
            <a:cxnLst/>
            <a:rect l="l" t="t" r="r" b="b"/>
            <a:pathLst>
              <a:path w="193524" h="221170">
                <a:moveTo>
                  <a:pt x="69116" y="34558"/>
                </a:moveTo>
                <a:cubicBezTo>
                  <a:pt x="69116" y="19309"/>
                  <a:pt x="81513" y="6912"/>
                  <a:pt x="96762" y="6912"/>
                </a:cubicBezTo>
                <a:cubicBezTo>
                  <a:pt x="112011" y="6912"/>
                  <a:pt x="124408" y="19309"/>
                  <a:pt x="124408" y="34558"/>
                </a:cubicBezTo>
                <a:lnTo>
                  <a:pt x="124408" y="55293"/>
                </a:lnTo>
                <a:lnTo>
                  <a:pt x="69116" y="55293"/>
                </a:lnTo>
                <a:lnTo>
                  <a:pt x="69116" y="34558"/>
                </a:lnTo>
                <a:close/>
                <a:moveTo>
                  <a:pt x="48381" y="55293"/>
                </a:moveTo>
                <a:lnTo>
                  <a:pt x="20735" y="55293"/>
                </a:lnTo>
                <a:cubicBezTo>
                  <a:pt x="9287" y="55293"/>
                  <a:pt x="0" y="64580"/>
                  <a:pt x="0" y="76027"/>
                </a:cubicBezTo>
                <a:lnTo>
                  <a:pt x="0" y="165878"/>
                </a:lnTo>
                <a:cubicBezTo>
                  <a:pt x="0" y="188772"/>
                  <a:pt x="18575" y="207347"/>
                  <a:pt x="41469" y="207347"/>
                </a:cubicBezTo>
                <a:lnTo>
                  <a:pt x="152054" y="207347"/>
                </a:lnTo>
                <a:cubicBezTo>
                  <a:pt x="174949" y="207347"/>
                  <a:pt x="193524" y="188772"/>
                  <a:pt x="193524" y="165878"/>
                </a:cubicBezTo>
                <a:lnTo>
                  <a:pt x="193524" y="76027"/>
                </a:lnTo>
                <a:cubicBezTo>
                  <a:pt x="193524" y="64580"/>
                  <a:pt x="184236" y="55293"/>
                  <a:pt x="172789" y="55293"/>
                </a:cubicBezTo>
                <a:lnTo>
                  <a:pt x="145143" y="55293"/>
                </a:lnTo>
                <a:lnTo>
                  <a:pt x="145143" y="34558"/>
                </a:lnTo>
                <a:cubicBezTo>
                  <a:pt x="145143" y="7819"/>
                  <a:pt x="123501" y="-13823"/>
                  <a:pt x="96762" y="-13823"/>
                </a:cubicBezTo>
                <a:cubicBezTo>
                  <a:pt x="70023" y="-13823"/>
                  <a:pt x="48381" y="7819"/>
                  <a:pt x="48381" y="34558"/>
                </a:cubicBezTo>
                <a:lnTo>
                  <a:pt x="48381" y="55293"/>
                </a:lnTo>
                <a:close/>
                <a:moveTo>
                  <a:pt x="58748" y="76027"/>
                </a:moveTo>
                <a:cubicBezTo>
                  <a:pt x="64470" y="76027"/>
                  <a:pt x="69116" y="80673"/>
                  <a:pt x="69116" y="86395"/>
                </a:cubicBezTo>
                <a:cubicBezTo>
                  <a:pt x="69116" y="92116"/>
                  <a:pt x="64470" y="96762"/>
                  <a:pt x="58748" y="96762"/>
                </a:cubicBezTo>
                <a:cubicBezTo>
                  <a:pt x="53026" y="96762"/>
                  <a:pt x="48381" y="92116"/>
                  <a:pt x="48381" y="86395"/>
                </a:cubicBezTo>
                <a:cubicBezTo>
                  <a:pt x="48381" y="80673"/>
                  <a:pt x="53026" y="76027"/>
                  <a:pt x="58748" y="76027"/>
                </a:cubicBezTo>
                <a:close/>
                <a:moveTo>
                  <a:pt x="124408" y="86395"/>
                </a:moveTo>
                <a:cubicBezTo>
                  <a:pt x="124408" y="80673"/>
                  <a:pt x="129054" y="76027"/>
                  <a:pt x="134776" y="76027"/>
                </a:cubicBezTo>
                <a:cubicBezTo>
                  <a:pt x="140497" y="76027"/>
                  <a:pt x="145143" y="80673"/>
                  <a:pt x="145143" y="86395"/>
                </a:cubicBezTo>
                <a:cubicBezTo>
                  <a:pt x="145143" y="92116"/>
                  <a:pt x="140497" y="96762"/>
                  <a:pt x="134776" y="96762"/>
                </a:cubicBezTo>
                <a:cubicBezTo>
                  <a:pt x="129054" y="96762"/>
                  <a:pt x="124408" y="92116"/>
                  <a:pt x="124408" y="8639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7" name="Text 24"/>
          <p:cNvSpPr/>
          <p:nvPr/>
        </p:nvSpPr>
        <p:spPr>
          <a:xfrm>
            <a:off x="7956994" y="5289651"/>
            <a:ext cx="2075486" cy="221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Purchase Actions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7846409" y="5639837"/>
            <a:ext cx="1074040" cy="663510"/>
          </a:xfrm>
          <a:custGeom>
            <a:avLst/>
            <a:gdLst/>
            <a:ahLst/>
            <a:cxnLst/>
            <a:rect l="l" t="t" r="r" b="b"/>
            <a:pathLst>
              <a:path w="1074040" h="663510">
                <a:moveTo>
                  <a:pt x="70817" y="0"/>
                </a:moveTo>
                <a:lnTo>
                  <a:pt x="1003223" y="0"/>
                </a:lnTo>
                <a:cubicBezTo>
                  <a:pt x="1042334" y="0"/>
                  <a:pt x="1074040" y="49512"/>
                  <a:pt x="1074040" y="110587"/>
                </a:cubicBezTo>
                <a:lnTo>
                  <a:pt x="1074040" y="552923"/>
                </a:lnTo>
                <a:cubicBezTo>
                  <a:pt x="1074040" y="613999"/>
                  <a:pt x="1042334" y="663510"/>
                  <a:pt x="1003223" y="663510"/>
                </a:cubicBezTo>
                <a:lnTo>
                  <a:pt x="70817" y="663510"/>
                </a:lnTo>
                <a:cubicBezTo>
                  <a:pt x="31706" y="663510"/>
                  <a:pt x="0" y="613999"/>
                  <a:pt x="0" y="552923"/>
                </a:cubicBezTo>
                <a:lnTo>
                  <a:pt x="0" y="110587"/>
                </a:lnTo>
                <a:cubicBezTo>
                  <a:pt x="0" y="49512"/>
                  <a:pt x="31706" y="0"/>
                  <a:pt x="70817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8297965" y="5787283"/>
            <a:ext cx="276463" cy="221170"/>
          </a:xfrm>
          <a:custGeom>
            <a:avLst/>
            <a:gdLst/>
            <a:ahLst/>
            <a:cxnLst/>
            <a:rect l="l" t="t" r="r" b="b"/>
            <a:pathLst>
              <a:path w="276463" h="221170">
                <a:moveTo>
                  <a:pt x="0" y="3456"/>
                </a:moveTo>
                <a:cubicBezTo>
                  <a:pt x="0" y="-2289"/>
                  <a:pt x="4622" y="-6912"/>
                  <a:pt x="10367" y="-6912"/>
                </a:cubicBezTo>
                <a:lnTo>
                  <a:pt x="29936" y="-6912"/>
                </a:lnTo>
                <a:cubicBezTo>
                  <a:pt x="41642" y="-6912"/>
                  <a:pt x="51664" y="1469"/>
                  <a:pt x="53737" y="12959"/>
                </a:cubicBezTo>
                <a:lnTo>
                  <a:pt x="53910" y="13823"/>
                </a:lnTo>
                <a:lnTo>
                  <a:pt x="232185" y="13823"/>
                </a:lnTo>
                <a:cubicBezTo>
                  <a:pt x="240825" y="13823"/>
                  <a:pt x="247348" y="21685"/>
                  <a:pt x="245749" y="30195"/>
                </a:cubicBezTo>
                <a:lnTo>
                  <a:pt x="232315" y="101859"/>
                </a:lnTo>
                <a:cubicBezTo>
                  <a:pt x="229853" y="114948"/>
                  <a:pt x="218449" y="124408"/>
                  <a:pt x="205144" y="124408"/>
                </a:cubicBezTo>
                <a:lnTo>
                  <a:pt x="73997" y="124408"/>
                </a:lnTo>
                <a:lnTo>
                  <a:pt x="76200" y="136633"/>
                </a:lnTo>
                <a:cubicBezTo>
                  <a:pt x="77107" y="141557"/>
                  <a:pt x="81384" y="145143"/>
                  <a:pt x="86395" y="145143"/>
                </a:cubicBezTo>
                <a:lnTo>
                  <a:pt x="196980" y="145143"/>
                </a:lnTo>
                <a:cubicBezTo>
                  <a:pt x="202725" y="145143"/>
                  <a:pt x="207347" y="149765"/>
                  <a:pt x="207347" y="155510"/>
                </a:cubicBezTo>
                <a:cubicBezTo>
                  <a:pt x="207347" y="161255"/>
                  <a:pt x="202725" y="165878"/>
                  <a:pt x="196980" y="165878"/>
                </a:cubicBezTo>
                <a:lnTo>
                  <a:pt x="86438" y="165878"/>
                </a:lnTo>
                <a:cubicBezTo>
                  <a:pt x="71405" y="165878"/>
                  <a:pt x="58532" y="155121"/>
                  <a:pt x="55854" y="140348"/>
                </a:cubicBezTo>
                <a:lnTo>
                  <a:pt x="33348" y="16674"/>
                </a:lnTo>
                <a:cubicBezTo>
                  <a:pt x="33046" y="15033"/>
                  <a:pt x="31620" y="13823"/>
                  <a:pt x="29936" y="13823"/>
                </a:cubicBezTo>
                <a:lnTo>
                  <a:pt x="10367" y="13823"/>
                </a:lnTo>
                <a:cubicBezTo>
                  <a:pt x="4622" y="13823"/>
                  <a:pt x="0" y="9201"/>
                  <a:pt x="0" y="3456"/>
                </a:cubicBezTo>
                <a:close/>
                <a:moveTo>
                  <a:pt x="69116" y="200435"/>
                </a:moveTo>
                <a:cubicBezTo>
                  <a:pt x="69116" y="188992"/>
                  <a:pt x="78407" y="179701"/>
                  <a:pt x="89850" y="179701"/>
                </a:cubicBezTo>
                <a:cubicBezTo>
                  <a:pt x="101294" y="179701"/>
                  <a:pt x="110585" y="188992"/>
                  <a:pt x="110585" y="200435"/>
                </a:cubicBezTo>
                <a:cubicBezTo>
                  <a:pt x="110585" y="211879"/>
                  <a:pt x="101294" y="221170"/>
                  <a:pt x="89850" y="221170"/>
                </a:cubicBezTo>
                <a:cubicBezTo>
                  <a:pt x="78407" y="221170"/>
                  <a:pt x="69116" y="211879"/>
                  <a:pt x="69116" y="200435"/>
                </a:cubicBezTo>
                <a:close/>
                <a:moveTo>
                  <a:pt x="165878" y="200435"/>
                </a:moveTo>
                <a:cubicBezTo>
                  <a:pt x="165878" y="188992"/>
                  <a:pt x="175168" y="179701"/>
                  <a:pt x="186612" y="179701"/>
                </a:cubicBezTo>
                <a:cubicBezTo>
                  <a:pt x="198056" y="179701"/>
                  <a:pt x="207347" y="188992"/>
                  <a:pt x="207347" y="200435"/>
                </a:cubicBezTo>
                <a:cubicBezTo>
                  <a:pt x="207347" y="211879"/>
                  <a:pt x="198056" y="221170"/>
                  <a:pt x="186612" y="221170"/>
                </a:cubicBezTo>
                <a:cubicBezTo>
                  <a:pt x="175168" y="221170"/>
                  <a:pt x="165878" y="211879"/>
                  <a:pt x="165878" y="200435"/>
                </a:cubicBezTo>
                <a:close/>
                <a:moveTo>
                  <a:pt x="145143" y="33867"/>
                </a:moveTo>
                <a:cubicBezTo>
                  <a:pt x="139398" y="33867"/>
                  <a:pt x="134776" y="38489"/>
                  <a:pt x="134776" y="44234"/>
                </a:cubicBezTo>
                <a:lnTo>
                  <a:pt x="134776" y="58748"/>
                </a:lnTo>
                <a:lnTo>
                  <a:pt x="120261" y="58748"/>
                </a:lnTo>
                <a:cubicBezTo>
                  <a:pt x="114516" y="58748"/>
                  <a:pt x="109894" y="63370"/>
                  <a:pt x="109894" y="69116"/>
                </a:cubicBezTo>
                <a:cubicBezTo>
                  <a:pt x="109894" y="74861"/>
                  <a:pt x="114516" y="79483"/>
                  <a:pt x="120261" y="79483"/>
                </a:cubicBezTo>
                <a:lnTo>
                  <a:pt x="134776" y="79483"/>
                </a:lnTo>
                <a:lnTo>
                  <a:pt x="134776" y="93997"/>
                </a:lnTo>
                <a:cubicBezTo>
                  <a:pt x="134776" y="99743"/>
                  <a:pt x="139398" y="104365"/>
                  <a:pt x="145143" y="104365"/>
                </a:cubicBezTo>
                <a:cubicBezTo>
                  <a:pt x="150888" y="104365"/>
                  <a:pt x="155510" y="99743"/>
                  <a:pt x="155510" y="93997"/>
                </a:cubicBezTo>
                <a:lnTo>
                  <a:pt x="155510" y="79483"/>
                </a:lnTo>
                <a:lnTo>
                  <a:pt x="170024" y="79483"/>
                </a:lnTo>
                <a:cubicBezTo>
                  <a:pt x="175770" y="79483"/>
                  <a:pt x="180392" y="74861"/>
                  <a:pt x="180392" y="69116"/>
                </a:cubicBezTo>
                <a:cubicBezTo>
                  <a:pt x="180392" y="63370"/>
                  <a:pt x="175770" y="58748"/>
                  <a:pt x="170024" y="58748"/>
                </a:cubicBezTo>
                <a:lnTo>
                  <a:pt x="155510" y="58748"/>
                </a:lnTo>
                <a:lnTo>
                  <a:pt x="155510" y="44234"/>
                </a:lnTo>
                <a:cubicBezTo>
                  <a:pt x="155510" y="38489"/>
                  <a:pt x="150888" y="33867"/>
                  <a:pt x="145143" y="3386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0" name="Text 27"/>
          <p:cNvSpPr/>
          <p:nvPr/>
        </p:nvSpPr>
        <p:spPr>
          <a:xfrm>
            <a:off x="7680532" y="6008453"/>
            <a:ext cx="1520544" cy="294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 to Cart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9468323" y="5639837"/>
            <a:ext cx="1010481" cy="663510"/>
          </a:xfrm>
          <a:custGeom>
            <a:avLst/>
            <a:gdLst/>
            <a:ahLst/>
            <a:cxnLst/>
            <a:rect l="l" t="t" r="r" b="b"/>
            <a:pathLst>
              <a:path w="1010481" h="663510">
                <a:moveTo>
                  <a:pt x="66626" y="0"/>
                </a:moveTo>
                <a:lnTo>
                  <a:pt x="943855" y="0"/>
                </a:lnTo>
                <a:cubicBezTo>
                  <a:pt x="980651" y="0"/>
                  <a:pt x="1010481" y="49512"/>
                  <a:pt x="1010481" y="110587"/>
                </a:cubicBezTo>
                <a:lnTo>
                  <a:pt x="1010481" y="552923"/>
                </a:lnTo>
                <a:cubicBezTo>
                  <a:pt x="1010481" y="613999"/>
                  <a:pt x="980651" y="663510"/>
                  <a:pt x="943855" y="663510"/>
                </a:cubicBezTo>
                <a:lnTo>
                  <a:pt x="66626" y="663510"/>
                </a:lnTo>
                <a:cubicBezTo>
                  <a:pt x="29830" y="663510"/>
                  <a:pt x="0" y="613999"/>
                  <a:pt x="0" y="552923"/>
                </a:cubicBezTo>
                <a:lnTo>
                  <a:pt x="0" y="110587"/>
                </a:lnTo>
                <a:cubicBezTo>
                  <a:pt x="0" y="49512"/>
                  <a:pt x="29830" y="0"/>
                  <a:pt x="66626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9838956" y="5787283"/>
            <a:ext cx="193524" cy="221170"/>
          </a:xfrm>
          <a:custGeom>
            <a:avLst/>
            <a:gdLst/>
            <a:ahLst/>
            <a:cxnLst/>
            <a:rect l="l" t="t" r="r" b="b"/>
            <a:pathLst>
              <a:path w="193524" h="221170">
                <a:moveTo>
                  <a:pt x="146352" y="-4277"/>
                </a:moveTo>
                <a:cubicBezTo>
                  <a:pt x="151493" y="-562"/>
                  <a:pt x="153394" y="6177"/>
                  <a:pt x="151061" y="12052"/>
                </a:cubicBezTo>
                <a:lnTo>
                  <a:pt x="117194" y="96762"/>
                </a:lnTo>
                <a:lnTo>
                  <a:pt x="179701" y="96762"/>
                </a:lnTo>
                <a:cubicBezTo>
                  <a:pt x="185532" y="96762"/>
                  <a:pt x="190716" y="100390"/>
                  <a:pt x="192703" y="105877"/>
                </a:cubicBezTo>
                <a:cubicBezTo>
                  <a:pt x="194690" y="111363"/>
                  <a:pt x="193005" y="117497"/>
                  <a:pt x="188556" y="121212"/>
                </a:cubicBezTo>
                <a:lnTo>
                  <a:pt x="64148" y="224885"/>
                </a:lnTo>
                <a:cubicBezTo>
                  <a:pt x="59267" y="228946"/>
                  <a:pt x="52312" y="229162"/>
                  <a:pt x="47171" y="225447"/>
                </a:cubicBezTo>
                <a:cubicBezTo>
                  <a:pt x="42031" y="221732"/>
                  <a:pt x="40130" y="214993"/>
                  <a:pt x="42463" y="209118"/>
                </a:cubicBezTo>
                <a:lnTo>
                  <a:pt x="76330" y="124408"/>
                </a:lnTo>
                <a:lnTo>
                  <a:pt x="13823" y="124408"/>
                </a:lnTo>
                <a:cubicBezTo>
                  <a:pt x="7991" y="124408"/>
                  <a:pt x="2808" y="120780"/>
                  <a:pt x="821" y="115294"/>
                </a:cubicBezTo>
                <a:cubicBezTo>
                  <a:pt x="-1166" y="109807"/>
                  <a:pt x="518" y="103673"/>
                  <a:pt x="4968" y="99959"/>
                </a:cubicBezTo>
                <a:lnTo>
                  <a:pt x="129376" y="-3715"/>
                </a:lnTo>
                <a:cubicBezTo>
                  <a:pt x="134257" y="-7776"/>
                  <a:pt x="141212" y="-7991"/>
                  <a:pt x="146352" y="-427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3" name="Text 30"/>
          <p:cNvSpPr/>
          <p:nvPr/>
        </p:nvSpPr>
        <p:spPr>
          <a:xfrm>
            <a:off x="9213291" y="5971591"/>
            <a:ext cx="1520544" cy="294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Buy Now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11054499" y="5639837"/>
            <a:ext cx="915235" cy="663510"/>
          </a:xfrm>
          <a:custGeom>
            <a:avLst/>
            <a:gdLst/>
            <a:ahLst/>
            <a:cxnLst/>
            <a:rect l="l" t="t" r="r" b="b"/>
            <a:pathLst>
              <a:path w="915235" h="663510">
                <a:moveTo>
                  <a:pt x="60346" y="0"/>
                </a:moveTo>
                <a:lnTo>
                  <a:pt x="854888" y="0"/>
                </a:lnTo>
                <a:cubicBezTo>
                  <a:pt x="888217" y="0"/>
                  <a:pt x="915235" y="49512"/>
                  <a:pt x="915235" y="110587"/>
                </a:cubicBezTo>
                <a:lnTo>
                  <a:pt x="915235" y="552923"/>
                </a:lnTo>
                <a:cubicBezTo>
                  <a:pt x="915235" y="613999"/>
                  <a:pt x="888217" y="663510"/>
                  <a:pt x="854888" y="663510"/>
                </a:cubicBezTo>
                <a:lnTo>
                  <a:pt x="60346" y="663510"/>
                </a:lnTo>
                <a:cubicBezTo>
                  <a:pt x="27018" y="663510"/>
                  <a:pt x="0" y="613999"/>
                  <a:pt x="0" y="552923"/>
                </a:cubicBezTo>
                <a:lnTo>
                  <a:pt x="0" y="110587"/>
                </a:lnTo>
                <a:cubicBezTo>
                  <a:pt x="0" y="49512"/>
                  <a:pt x="27018" y="0"/>
                  <a:pt x="60346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11401531" y="5787283"/>
            <a:ext cx="221170" cy="221170"/>
          </a:xfrm>
          <a:custGeom>
            <a:avLst/>
            <a:gdLst/>
            <a:ahLst/>
            <a:cxnLst/>
            <a:rect l="l" t="t" r="r" b="b"/>
            <a:pathLst>
              <a:path w="221170" h="221170">
                <a:moveTo>
                  <a:pt x="104105" y="37625"/>
                </a:moveTo>
                <a:lnTo>
                  <a:pt x="110585" y="46567"/>
                </a:lnTo>
                <a:lnTo>
                  <a:pt x="117065" y="37625"/>
                </a:lnTo>
                <a:cubicBezTo>
                  <a:pt x="127864" y="22679"/>
                  <a:pt x="145229" y="13823"/>
                  <a:pt x="163674" y="13823"/>
                </a:cubicBezTo>
                <a:cubicBezTo>
                  <a:pt x="195424" y="13823"/>
                  <a:pt x="221170" y="39569"/>
                  <a:pt x="221170" y="71319"/>
                </a:cubicBezTo>
                <a:lnTo>
                  <a:pt x="221170" y="72442"/>
                </a:lnTo>
                <a:cubicBezTo>
                  <a:pt x="221170" y="120909"/>
                  <a:pt x="160737" y="177195"/>
                  <a:pt x="129203" y="201256"/>
                </a:cubicBezTo>
                <a:cubicBezTo>
                  <a:pt x="123847" y="205317"/>
                  <a:pt x="117281" y="207347"/>
                  <a:pt x="110585" y="207347"/>
                </a:cubicBezTo>
                <a:cubicBezTo>
                  <a:pt x="103889" y="207347"/>
                  <a:pt x="97280" y="205360"/>
                  <a:pt x="91967" y="201256"/>
                </a:cubicBezTo>
                <a:cubicBezTo>
                  <a:pt x="60433" y="177195"/>
                  <a:pt x="0" y="120909"/>
                  <a:pt x="0" y="72442"/>
                </a:cubicBezTo>
                <a:lnTo>
                  <a:pt x="0" y="71319"/>
                </a:lnTo>
                <a:cubicBezTo>
                  <a:pt x="0" y="39569"/>
                  <a:pt x="25746" y="13823"/>
                  <a:pt x="57496" y="13823"/>
                </a:cubicBezTo>
                <a:cubicBezTo>
                  <a:pt x="75941" y="13823"/>
                  <a:pt x="93306" y="22679"/>
                  <a:pt x="104105" y="3762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6" name="Text 33"/>
          <p:cNvSpPr/>
          <p:nvPr/>
        </p:nvSpPr>
        <p:spPr>
          <a:xfrm>
            <a:off x="10751844" y="5971591"/>
            <a:ext cx="1520544" cy="3317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Wishlist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368617" y="6395501"/>
            <a:ext cx="6993264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Group 05 | Rishat Bin Sultan, Fariha Islam, Nafia Haque Muskan, MD Tamim Hasan</a:t>
            </a:r>
            <a:endParaRPr lang="en-US" sz="1600" dirty="0"/>
          </a:p>
        </p:txBody>
      </p:sp>
      <p:pic>
        <p:nvPicPr>
          <p:cNvPr id="39" name="Image 1" descr="https://kimi-img.moonshot.cn/pub/slides/26-03-16-10:19:52-d6rmhi7ftae5dceu082g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375" y="1089440"/>
            <a:ext cx="7215506" cy="539821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4757" y="401233"/>
            <a:ext cx="72951" cy="291806"/>
          </a:xfrm>
          <a:custGeom>
            <a:avLst/>
            <a:gdLst/>
            <a:ahLst/>
            <a:cxnLst/>
            <a:rect l="l" t="t" r="r" b="b"/>
            <a:pathLst>
              <a:path w="72951" h="291806">
                <a:moveTo>
                  <a:pt x="36476" y="0"/>
                </a:moveTo>
                <a:lnTo>
                  <a:pt x="36476" y="0"/>
                </a:lnTo>
                <a:cubicBezTo>
                  <a:pt x="56621" y="0"/>
                  <a:pt x="72951" y="16331"/>
                  <a:pt x="72951" y="36476"/>
                </a:cubicBezTo>
                <a:lnTo>
                  <a:pt x="72951" y="255330"/>
                </a:lnTo>
                <a:cubicBezTo>
                  <a:pt x="72951" y="275475"/>
                  <a:pt x="56621" y="291806"/>
                  <a:pt x="36476" y="291806"/>
                </a:cubicBezTo>
                <a:lnTo>
                  <a:pt x="36476" y="291806"/>
                </a:lnTo>
                <a:cubicBezTo>
                  <a:pt x="16331" y="291806"/>
                  <a:pt x="0" y="275475"/>
                  <a:pt x="0" y="255330"/>
                </a:cubicBezTo>
                <a:lnTo>
                  <a:pt x="0" y="36476"/>
                </a:lnTo>
                <a:cubicBezTo>
                  <a:pt x="0" y="16331"/>
                  <a:pt x="16331" y="0"/>
                  <a:pt x="36476" y="0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7135" y="364757"/>
            <a:ext cx="3401358" cy="3647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85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Shopping Cart System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7135" y="703924"/>
            <a:ext cx="11362178" cy="255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Full-featured cart management with quantity controls and shipping options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42515" y="1044954"/>
            <a:ext cx="7903172" cy="5380848"/>
          </a:xfrm>
          <a:custGeom>
            <a:avLst/>
            <a:gdLst/>
            <a:ahLst/>
            <a:cxnLst/>
            <a:rect l="l" t="t" r="r" b="b"/>
            <a:pathLst>
              <a:path w="7903172" h="5380848">
                <a:moveTo>
                  <a:pt x="205245" y="0"/>
                </a:moveTo>
                <a:lnTo>
                  <a:pt x="7697927" y="0"/>
                </a:lnTo>
                <a:cubicBezTo>
                  <a:pt x="7811280" y="0"/>
                  <a:pt x="7903172" y="62160"/>
                  <a:pt x="7903172" y="138839"/>
                </a:cubicBezTo>
                <a:lnTo>
                  <a:pt x="7903172" y="5242009"/>
                </a:lnTo>
                <a:cubicBezTo>
                  <a:pt x="7903172" y="5318688"/>
                  <a:pt x="7811280" y="5380848"/>
                  <a:pt x="7697927" y="5380848"/>
                </a:cubicBezTo>
                <a:lnTo>
                  <a:pt x="205245" y="5380848"/>
                </a:lnTo>
                <a:cubicBezTo>
                  <a:pt x="91891" y="5380848"/>
                  <a:pt x="0" y="5318688"/>
                  <a:pt x="0" y="5242009"/>
                </a:cubicBezTo>
                <a:lnTo>
                  <a:pt x="0" y="138839"/>
                </a:lnTo>
                <a:cubicBezTo>
                  <a:pt x="0" y="62212"/>
                  <a:pt x="91967" y="0"/>
                  <a:pt x="20524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27973" dist="182378" dir="5400000" algn="bl" rotWithShape="0">
              <a:srgbClr val="000000">
                <a:alpha val="10196"/>
              </a:srgbClr>
            </a:outerShdw>
          </a:effectLst>
        </p:spPr>
      </p:sp>
      <p:pic>
        <p:nvPicPr>
          <p:cNvPr id="6" name="Image 0" descr="https://kimi-web-img.moonshot.cn/img/moonshot.cn/kimi-ppt/html-gen/uploads/Cart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515" y="1044954"/>
            <a:ext cx="7903172" cy="5398402"/>
          </a:xfrm>
          <a:prstGeom prst="roundRect">
            <a:avLst>
              <a:gd name="adj" fmla="val 2597"/>
            </a:avLst>
          </a:prstGeom>
        </p:spPr>
      </p:pic>
      <p:sp>
        <p:nvSpPr>
          <p:cNvPr id="7" name="Shape 4"/>
          <p:cNvSpPr/>
          <p:nvPr/>
        </p:nvSpPr>
        <p:spPr>
          <a:xfrm>
            <a:off x="8146310" y="1203698"/>
            <a:ext cx="4045690" cy="3611093"/>
          </a:xfrm>
          <a:custGeom>
            <a:avLst/>
            <a:gdLst/>
            <a:ahLst/>
            <a:cxnLst/>
            <a:rect l="l" t="t" r="r" b="b"/>
            <a:pathLst>
              <a:path w="4045690" h="3611093">
                <a:moveTo>
                  <a:pt x="105072" y="0"/>
                </a:moveTo>
                <a:lnTo>
                  <a:pt x="3940617" y="0"/>
                </a:lnTo>
                <a:cubicBezTo>
                  <a:pt x="3998647" y="0"/>
                  <a:pt x="4045690" y="65316"/>
                  <a:pt x="4045690" y="145888"/>
                </a:cubicBezTo>
                <a:lnTo>
                  <a:pt x="4045690" y="3465205"/>
                </a:lnTo>
                <a:cubicBezTo>
                  <a:pt x="4045690" y="3545777"/>
                  <a:pt x="3998647" y="3611093"/>
                  <a:pt x="3940617" y="3611093"/>
                </a:cubicBezTo>
                <a:lnTo>
                  <a:pt x="105072" y="3611093"/>
                </a:lnTo>
                <a:cubicBezTo>
                  <a:pt x="47042" y="3611093"/>
                  <a:pt x="0" y="3545777"/>
                  <a:pt x="0" y="3465205"/>
                </a:cubicBezTo>
                <a:lnTo>
                  <a:pt x="0" y="145888"/>
                </a:lnTo>
                <a:cubicBezTo>
                  <a:pt x="0" y="65316"/>
                  <a:pt x="47042" y="0"/>
                  <a:pt x="10507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6784" dist="9118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365164" y="1459028"/>
            <a:ext cx="273568" cy="218854"/>
          </a:xfrm>
          <a:custGeom>
            <a:avLst/>
            <a:gdLst/>
            <a:ahLst/>
            <a:cxnLst/>
            <a:rect l="l" t="t" r="r" b="b"/>
            <a:pathLst>
              <a:path w="273568" h="218854">
                <a:moveTo>
                  <a:pt x="10259" y="-6839"/>
                </a:moveTo>
                <a:cubicBezTo>
                  <a:pt x="4574" y="-6839"/>
                  <a:pt x="0" y="-2265"/>
                  <a:pt x="0" y="3420"/>
                </a:cubicBezTo>
                <a:cubicBezTo>
                  <a:pt x="0" y="9105"/>
                  <a:pt x="4574" y="13678"/>
                  <a:pt x="10259" y="13678"/>
                </a:cubicBezTo>
                <a:lnTo>
                  <a:pt x="29622" y="13678"/>
                </a:lnTo>
                <a:cubicBezTo>
                  <a:pt x="31289" y="13678"/>
                  <a:pt x="32700" y="14875"/>
                  <a:pt x="32999" y="16500"/>
                </a:cubicBezTo>
                <a:lnTo>
                  <a:pt x="55269" y="138878"/>
                </a:lnTo>
                <a:cubicBezTo>
                  <a:pt x="57919" y="153497"/>
                  <a:pt x="70657" y="164141"/>
                  <a:pt x="85533" y="164141"/>
                </a:cubicBezTo>
                <a:lnTo>
                  <a:pt x="194917" y="164141"/>
                </a:lnTo>
                <a:cubicBezTo>
                  <a:pt x="200602" y="164141"/>
                  <a:pt x="205176" y="159567"/>
                  <a:pt x="205176" y="153882"/>
                </a:cubicBezTo>
                <a:cubicBezTo>
                  <a:pt x="205176" y="148197"/>
                  <a:pt x="200602" y="143623"/>
                  <a:pt x="194917" y="143623"/>
                </a:cubicBezTo>
                <a:lnTo>
                  <a:pt x="85533" y="143623"/>
                </a:lnTo>
                <a:cubicBezTo>
                  <a:pt x="80574" y="143623"/>
                  <a:pt x="76342" y="140075"/>
                  <a:pt x="75445" y="135202"/>
                </a:cubicBezTo>
                <a:lnTo>
                  <a:pt x="73265" y="123105"/>
                </a:lnTo>
                <a:lnTo>
                  <a:pt x="203039" y="123105"/>
                </a:lnTo>
                <a:cubicBezTo>
                  <a:pt x="216204" y="123105"/>
                  <a:pt x="227489" y="113744"/>
                  <a:pt x="229925" y="100793"/>
                </a:cubicBezTo>
                <a:lnTo>
                  <a:pt x="243176" y="29879"/>
                </a:lnTo>
                <a:cubicBezTo>
                  <a:pt x="244758" y="21458"/>
                  <a:pt x="238303" y="13678"/>
                  <a:pt x="229711" y="13678"/>
                </a:cubicBezTo>
                <a:lnTo>
                  <a:pt x="53303" y="13678"/>
                </a:lnTo>
                <a:lnTo>
                  <a:pt x="53132" y="12823"/>
                </a:lnTo>
                <a:cubicBezTo>
                  <a:pt x="51080" y="1453"/>
                  <a:pt x="41163" y="-6839"/>
                  <a:pt x="29580" y="-6839"/>
                </a:cubicBezTo>
                <a:lnTo>
                  <a:pt x="10259" y="-6839"/>
                </a:lnTo>
                <a:close/>
                <a:moveTo>
                  <a:pt x="88909" y="218854"/>
                </a:moveTo>
                <a:cubicBezTo>
                  <a:pt x="100233" y="218854"/>
                  <a:pt x="109427" y="209661"/>
                  <a:pt x="109427" y="198337"/>
                </a:cubicBezTo>
                <a:cubicBezTo>
                  <a:pt x="109427" y="187013"/>
                  <a:pt x="100233" y="177819"/>
                  <a:pt x="88909" y="177819"/>
                </a:cubicBezTo>
                <a:cubicBezTo>
                  <a:pt x="77586" y="177819"/>
                  <a:pt x="68392" y="187013"/>
                  <a:pt x="68392" y="198337"/>
                </a:cubicBezTo>
                <a:cubicBezTo>
                  <a:pt x="68392" y="209661"/>
                  <a:pt x="77586" y="218854"/>
                  <a:pt x="88909" y="218854"/>
                </a:cubicBezTo>
                <a:close/>
                <a:moveTo>
                  <a:pt x="184658" y="218854"/>
                </a:moveTo>
                <a:cubicBezTo>
                  <a:pt x="195982" y="218854"/>
                  <a:pt x="205176" y="209661"/>
                  <a:pt x="205176" y="198337"/>
                </a:cubicBezTo>
                <a:cubicBezTo>
                  <a:pt x="205176" y="187013"/>
                  <a:pt x="195982" y="177819"/>
                  <a:pt x="184658" y="177819"/>
                </a:cubicBezTo>
                <a:cubicBezTo>
                  <a:pt x="173334" y="177819"/>
                  <a:pt x="164141" y="187013"/>
                  <a:pt x="164141" y="198337"/>
                </a:cubicBezTo>
                <a:cubicBezTo>
                  <a:pt x="164141" y="209661"/>
                  <a:pt x="173334" y="218854"/>
                  <a:pt x="184658" y="218854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9" name="Text 6"/>
          <p:cNvSpPr/>
          <p:nvPr/>
        </p:nvSpPr>
        <p:spPr>
          <a:xfrm>
            <a:off x="8729921" y="1386076"/>
            <a:ext cx="5015408" cy="291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Cart Features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8365164" y="1896736"/>
            <a:ext cx="3671479" cy="802465"/>
          </a:xfrm>
          <a:custGeom>
            <a:avLst/>
            <a:gdLst/>
            <a:ahLst/>
            <a:cxnLst/>
            <a:rect l="l" t="t" r="r" b="b"/>
            <a:pathLst>
              <a:path w="3671479" h="802465">
                <a:moveTo>
                  <a:pt x="77564" y="0"/>
                </a:moveTo>
                <a:lnTo>
                  <a:pt x="3593915" y="0"/>
                </a:lnTo>
                <a:cubicBezTo>
                  <a:pt x="3636724" y="0"/>
                  <a:pt x="3671479" y="49031"/>
                  <a:pt x="3671479" y="109424"/>
                </a:cubicBezTo>
                <a:lnTo>
                  <a:pt x="3671479" y="693041"/>
                </a:lnTo>
                <a:cubicBezTo>
                  <a:pt x="3671479" y="753474"/>
                  <a:pt x="3636752" y="802465"/>
                  <a:pt x="3593915" y="802465"/>
                </a:cubicBezTo>
                <a:lnTo>
                  <a:pt x="77564" y="802465"/>
                </a:lnTo>
                <a:cubicBezTo>
                  <a:pt x="34727" y="802465"/>
                  <a:pt x="0" y="753474"/>
                  <a:pt x="0" y="693041"/>
                </a:cubicBezTo>
                <a:lnTo>
                  <a:pt x="0" y="109424"/>
                </a:lnTo>
                <a:cubicBezTo>
                  <a:pt x="0" y="49031"/>
                  <a:pt x="34755" y="0"/>
                  <a:pt x="77564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11" name="Shape 8"/>
          <p:cNvSpPr/>
          <p:nvPr/>
        </p:nvSpPr>
        <p:spPr>
          <a:xfrm>
            <a:off x="8511067" y="2042639"/>
            <a:ext cx="437708" cy="437708"/>
          </a:xfrm>
          <a:custGeom>
            <a:avLst/>
            <a:gdLst/>
            <a:ahLst/>
            <a:cxnLst/>
            <a:rect l="l" t="t" r="r" b="b"/>
            <a:pathLst>
              <a:path w="437708" h="437708">
                <a:moveTo>
                  <a:pt x="109427" y="0"/>
                </a:moveTo>
                <a:lnTo>
                  <a:pt x="328281" y="0"/>
                </a:lnTo>
                <a:cubicBezTo>
                  <a:pt x="388676" y="0"/>
                  <a:pt x="437708" y="49033"/>
                  <a:pt x="437708" y="109427"/>
                </a:cubicBezTo>
                <a:lnTo>
                  <a:pt x="437708" y="328281"/>
                </a:lnTo>
                <a:cubicBezTo>
                  <a:pt x="437708" y="388716"/>
                  <a:pt x="388716" y="437708"/>
                  <a:pt x="328281" y="437708"/>
                </a:cubicBezTo>
                <a:lnTo>
                  <a:pt x="109427" y="437708"/>
                </a:lnTo>
                <a:cubicBezTo>
                  <a:pt x="49033" y="437708"/>
                  <a:pt x="0" y="388676"/>
                  <a:pt x="0" y="328281"/>
                </a:cubicBezTo>
                <a:lnTo>
                  <a:pt x="0" y="109427"/>
                </a:lnTo>
                <a:cubicBezTo>
                  <a:pt x="0" y="48992"/>
                  <a:pt x="48992" y="0"/>
                  <a:pt x="109427" y="0"/>
                </a:cubicBezTo>
                <a:close/>
              </a:path>
            </a:pathLst>
          </a:custGeom>
          <a:solidFill>
            <a:srgbClr val="0D9488">
              <a:alpha val="10196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8647851" y="2152066"/>
            <a:ext cx="164141" cy="218854"/>
          </a:xfrm>
          <a:custGeom>
            <a:avLst/>
            <a:gdLst/>
            <a:ahLst/>
            <a:cxnLst/>
            <a:rect l="l" t="t" r="r" b="b"/>
            <a:pathLst>
              <a:path w="164141" h="218854">
                <a:moveTo>
                  <a:pt x="95749" y="13678"/>
                </a:moveTo>
                <a:cubicBezTo>
                  <a:pt x="95749" y="6113"/>
                  <a:pt x="89636" y="0"/>
                  <a:pt x="82070" y="0"/>
                </a:cubicBezTo>
                <a:cubicBezTo>
                  <a:pt x="74504" y="0"/>
                  <a:pt x="68392" y="6113"/>
                  <a:pt x="68392" y="13678"/>
                </a:cubicBezTo>
                <a:lnTo>
                  <a:pt x="68392" y="68392"/>
                </a:lnTo>
                <a:lnTo>
                  <a:pt x="13678" y="68392"/>
                </a:lnTo>
                <a:cubicBezTo>
                  <a:pt x="6113" y="68392"/>
                  <a:pt x="0" y="74504"/>
                  <a:pt x="0" y="82070"/>
                </a:cubicBezTo>
                <a:cubicBezTo>
                  <a:pt x="0" y="89636"/>
                  <a:pt x="6113" y="95749"/>
                  <a:pt x="13678" y="95749"/>
                </a:cubicBezTo>
                <a:lnTo>
                  <a:pt x="68392" y="95749"/>
                </a:lnTo>
                <a:lnTo>
                  <a:pt x="68392" y="150462"/>
                </a:lnTo>
                <a:cubicBezTo>
                  <a:pt x="68392" y="158028"/>
                  <a:pt x="74504" y="164141"/>
                  <a:pt x="82070" y="164141"/>
                </a:cubicBezTo>
                <a:cubicBezTo>
                  <a:pt x="89636" y="164141"/>
                  <a:pt x="95749" y="158028"/>
                  <a:pt x="95749" y="150462"/>
                </a:cubicBezTo>
                <a:lnTo>
                  <a:pt x="95749" y="95749"/>
                </a:lnTo>
                <a:lnTo>
                  <a:pt x="150462" y="95749"/>
                </a:lnTo>
                <a:cubicBezTo>
                  <a:pt x="158028" y="95749"/>
                  <a:pt x="164141" y="89636"/>
                  <a:pt x="164141" y="82070"/>
                </a:cubicBezTo>
                <a:cubicBezTo>
                  <a:pt x="164141" y="74504"/>
                  <a:pt x="158028" y="68392"/>
                  <a:pt x="150462" y="68392"/>
                </a:cubicBezTo>
                <a:lnTo>
                  <a:pt x="95749" y="68392"/>
                </a:lnTo>
                <a:lnTo>
                  <a:pt x="95749" y="13678"/>
                </a:lnTo>
                <a:close/>
                <a:moveTo>
                  <a:pt x="0" y="205176"/>
                </a:moveTo>
                <a:cubicBezTo>
                  <a:pt x="0" y="212742"/>
                  <a:pt x="6113" y="218854"/>
                  <a:pt x="13678" y="218854"/>
                </a:cubicBezTo>
                <a:lnTo>
                  <a:pt x="150462" y="218854"/>
                </a:lnTo>
                <a:cubicBezTo>
                  <a:pt x="158028" y="218854"/>
                  <a:pt x="164141" y="212742"/>
                  <a:pt x="164141" y="205176"/>
                </a:cubicBezTo>
                <a:cubicBezTo>
                  <a:pt x="164141" y="197610"/>
                  <a:pt x="158028" y="191497"/>
                  <a:pt x="150462" y="191497"/>
                </a:cubicBezTo>
                <a:lnTo>
                  <a:pt x="13678" y="191497"/>
                </a:lnTo>
                <a:cubicBezTo>
                  <a:pt x="6113" y="191497"/>
                  <a:pt x="0" y="197610"/>
                  <a:pt x="0" y="205176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13" name="Text 10"/>
          <p:cNvSpPr/>
          <p:nvPr/>
        </p:nvSpPr>
        <p:spPr>
          <a:xfrm>
            <a:off x="9094678" y="2042639"/>
            <a:ext cx="2964559" cy="255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Quantity Management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9094677" y="2334443"/>
            <a:ext cx="2954807" cy="364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Adjust product quantities with +/- controls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8365164" y="2845104"/>
            <a:ext cx="3671479" cy="802465"/>
          </a:xfrm>
          <a:custGeom>
            <a:avLst/>
            <a:gdLst/>
            <a:ahLst/>
            <a:cxnLst/>
            <a:rect l="l" t="t" r="r" b="b"/>
            <a:pathLst>
              <a:path w="3671479" h="802465">
                <a:moveTo>
                  <a:pt x="77564" y="0"/>
                </a:moveTo>
                <a:lnTo>
                  <a:pt x="3593915" y="0"/>
                </a:lnTo>
                <a:cubicBezTo>
                  <a:pt x="3636724" y="0"/>
                  <a:pt x="3671479" y="49031"/>
                  <a:pt x="3671479" y="109424"/>
                </a:cubicBezTo>
                <a:lnTo>
                  <a:pt x="3671479" y="693041"/>
                </a:lnTo>
                <a:cubicBezTo>
                  <a:pt x="3671479" y="753474"/>
                  <a:pt x="3636752" y="802465"/>
                  <a:pt x="3593915" y="802465"/>
                </a:cubicBezTo>
                <a:lnTo>
                  <a:pt x="77564" y="802465"/>
                </a:lnTo>
                <a:cubicBezTo>
                  <a:pt x="34727" y="802465"/>
                  <a:pt x="0" y="753474"/>
                  <a:pt x="0" y="693041"/>
                </a:cubicBezTo>
                <a:lnTo>
                  <a:pt x="0" y="109424"/>
                </a:lnTo>
                <a:cubicBezTo>
                  <a:pt x="0" y="49031"/>
                  <a:pt x="34755" y="0"/>
                  <a:pt x="77564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16" name="Shape 13"/>
          <p:cNvSpPr/>
          <p:nvPr/>
        </p:nvSpPr>
        <p:spPr>
          <a:xfrm>
            <a:off x="8511067" y="2991007"/>
            <a:ext cx="437708" cy="437708"/>
          </a:xfrm>
          <a:custGeom>
            <a:avLst/>
            <a:gdLst/>
            <a:ahLst/>
            <a:cxnLst/>
            <a:rect l="l" t="t" r="r" b="b"/>
            <a:pathLst>
              <a:path w="437708" h="437708">
                <a:moveTo>
                  <a:pt x="109427" y="0"/>
                </a:moveTo>
                <a:lnTo>
                  <a:pt x="328281" y="0"/>
                </a:lnTo>
                <a:cubicBezTo>
                  <a:pt x="388676" y="0"/>
                  <a:pt x="437708" y="49033"/>
                  <a:pt x="437708" y="109427"/>
                </a:cubicBezTo>
                <a:lnTo>
                  <a:pt x="437708" y="328281"/>
                </a:lnTo>
                <a:cubicBezTo>
                  <a:pt x="437708" y="388716"/>
                  <a:pt x="388716" y="437708"/>
                  <a:pt x="328281" y="437708"/>
                </a:cubicBezTo>
                <a:lnTo>
                  <a:pt x="109427" y="437708"/>
                </a:lnTo>
                <a:cubicBezTo>
                  <a:pt x="49033" y="437708"/>
                  <a:pt x="0" y="388676"/>
                  <a:pt x="0" y="328281"/>
                </a:cubicBezTo>
                <a:lnTo>
                  <a:pt x="0" y="109427"/>
                </a:lnTo>
                <a:cubicBezTo>
                  <a:pt x="0" y="48992"/>
                  <a:pt x="48992" y="0"/>
                  <a:pt x="109427" y="0"/>
                </a:cubicBezTo>
                <a:close/>
              </a:path>
            </a:pathLst>
          </a:custGeom>
          <a:solidFill>
            <a:srgbClr val="14B8A6">
              <a:alpha val="10196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8634173" y="3100434"/>
            <a:ext cx="191497" cy="218854"/>
          </a:xfrm>
          <a:custGeom>
            <a:avLst/>
            <a:gdLst/>
            <a:ahLst/>
            <a:cxnLst/>
            <a:rect l="l" t="t" r="r" b="b"/>
            <a:pathLst>
              <a:path w="191497" h="218854">
                <a:moveTo>
                  <a:pt x="58432" y="2522"/>
                </a:moveTo>
                <a:cubicBezTo>
                  <a:pt x="60313" y="-3078"/>
                  <a:pt x="65528" y="-6839"/>
                  <a:pt x="71427" y="-6839"/>
                </a:cubicBezTo>
                <a:lnTo>
                  <a:pt x="120113" y="-6839"/>
                </a:lnTo>
                <a:cubicBezTo>
                  <a:pt x="126012" y="-6839"/>
                  <a:pt x="131227" y="-3078"/>
                  <a:pt x="133108" y="2522"/>
                </a:cubicBezTo>
                <a:lnTo>
                  <a:pt x="136784" y="13678"/>
                </a:lnTo>
                <a:lnTo>
                  <a:pt x="177819" y="13678"/>
                </a:lnTo>
                <a:cubicBezTo>
                  <a:pt x="185385" y="13678"/>
                  <a:pt x="191497" y="19791"/>
                  <a:pt x="191497" y="27357"/>
                </a:cubicBezTo>
                <a:cubicBezTo>
                  <a:pt x="191497" y="34923"/>
                  <a:pt x="185385" y="41035"/>
                  <a:pt x="177819" y="41035"/>
                </a:cubicBezTo>
                <a:lnTo>
                  <a:pt x="13678" y="41035"/>
                </a:lnTo>
                <a:cubicBezTo>
                  <a:pt x="6113" y="41035"/>
                  <a:pt x="0" y="34923"/>
                  <a:pt x="0" y="27357"/>
                </a:cubicBezTo>
                <a:cubicBezTo>
                  <a:pt x="0" y="19791"/>
                  <a:pt x="6113" y="13678"/>
                  <a:pt x="13678" y="13678"/>
                </a:cubicBezTo>
                <a:lnTo>
                  <a:pt x="54714" y="13678"/>
                </a:lnTo>
                <a:lnTo>
                  <a:pt x="58432" y="2522"/>
                </a:lnTo>
                <a:close/>
                <a:moveTo>
                  <a:pt x="13678" y="61553"/>
                </a:moveTo>
                <a:lnTo>
                  <a:pt x="177819" y="61553"/>
                </a:lnTo>
                <a:lnTo>
                  <a:pt x="177819" y="191497"/>
                </a:lnTo>
                <a:cubicBezTo>
                  <a:pt x="177819" y="206586"/>
                  <a:pt x="165551" y="218854"/>
                  <a:pt x="150462" y="218854"/>
                </a:cubicBezTo>
                <a:lnTo>
                  <a:pt x="41035" y="218854"/>
                </a:lnTo>
                <a:cubicBezTo>
                  <a:pt x="25946" y="218854"/>
                  <a:pt x="13678" y="206586"/>
                  <a:pt x="13678" y="191497"/>
                </a:cubicBezTo>
                <a:lnTo>
                  <a:pt x="13678" y="61553"/>
                </a:lnTo>
                <a:close/>
                <a:moveTo>
                  <a:pt x="51294" y="88909"/>
                </a:moveTo>
                <a:cubicBezTo>
                  <a:pt x="45609" y="88909"/>
                  <a:pt x="41035" y="93483"/>
                  <a:pt x="41035" y="99168"/>
                </a:cubicBezTo>
                <a:lnTo>
                  <a:pt x="41035" y="181239"/>
                </a:lnTo>
                <a:cubicBezTo>
                  <a:pt x="41035" y="186924"/>
                  <a:pt x="45609" y="191497"/>
                  <a:pt x="51294" y="191497"/>
                </a:cubicBezTo>
                <a:cubicBezTo>
                  <a:pt x="56979" y="191497"/>
                  <a:pt x="61553" y="186924"/>
                  <a:pt x="61553" y="181239"/>
                </a:cubicBezTo>
                <a:lnTo>
                  <a:pt x="61553" y="99168"/>
                </a:lnTo>
                <a:cubicBezTo>
                  <a:pt x="61553" y="93483"/>
                  <a:pt x="56979" y="88909"/>
                  <a:pt x="51294" y="88909"/>
                </a:cubicBezTo>
                <a:close/>
                <a:moveTo>
                  <a:pt x="95749" y="88909"/>
                </a:moveTo>
                <a:cubicBezTo>
                  <a:pt x="90064" y="88909"/>
                  <a:pt x="85490" y="93483"/>
                  <a:pt x="85490" y="99168"/>
                </a:cubicBezTo>
                <a:lnTo>
                  <a:pt x="85490" y="181239"/>
                </a:lnTo>
                <a:cubicBezTo>
                  <a:pt x="85490" y="186924"/>
                  <a:pt x="90064" y="191497"/>
                  <a:pt x="95749" y="191497"/>
                </a:cubicBezTo>
                <a:cubicBezTo>
                  <a:pt x="101434" y="191497"/>
                  <a:pt x="106007" y="186924"/>
                  <a:pt x="106007" y="181239"/>
                </a:cubicBezTo>
                <a:lnTo>
                  <a:pt x="106007" y="99168"/>
                </a:lnTo>
                <a:cubicBezTo>
                  <a:pt x="106007" y="93483"/>
                  <a:pt x="101434" y="88909"/>
                  <a:pt x="95749" y="88909"/>
                </a:cubicBezTo>
                <a:close/>
                <a:moveTo>
                  <a:pt x="140203" y="88909"/>
                </a:moveTo>
                <a:cubicBezTo>
                  <a:pt x="134518" y="88909"/>
                  <a:pt x="129945" y="93483"/>
                  <a:pt x="129945" y="99168"/>
                </a:cubicBezTo>
                <a:lnTo>
                  <a:pt x="129945" y="181239"/>
                </a:lnTo>
                <a:cubicBezTo>
                  <a:pt x="129945" y="186924"/>
                  <a:pt x="134518" y="191497"/>
                  <a:pt x="140203" y="191497"/>
                </a:cubicBezTo>
                <a:cubicBezTo>
                  <a:pt x="145889" y="191497"/>
                  <a:pt x="150462" y="186924"/>
                  <a:pt x="150462" y="181239"/>
                </a:cubicBezTo>
                <a:lnTo>
                  <a:pt x="150462" y="99168"/>
                </a:lnTo>
                <a:cubicBezTo>
                  <a:pt x="150462" y="93483"/>
                  <a:pt x="145889" y="88909"/>
                  <a:pt x="140203" y="88909"/>
                </a:cubicBezTo>
                <a:close/>
              </a:path>
            </a:pathLst>
          </a:custGeom>
          <a:solidFill>
            <a:srgbClr val="14B8A6"/>
          </a:solidFill>
          <a:ln/>
        </p:spPr>
      </p:sp>
      <p:sp>
        <p:nvSpPr>
          <p:cNvPr id="18" name="Text 15"/>
          <p:cNvSpPr/>
          <p:nvPr/>
        </p:nvSpPr>
        <p:spPr>
          <a:xfrm>
            <a:off x="9094677" y="2991007"/>
            <a:ext cx="2467215" cy="255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Remove Items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9094678" y="3282811"/>
            <a:ext cx="2457463" cy="4194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Easy removal of products from cart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8365164" y="3793472"/>
            <a:ext cx="3671479" cy="802465"/>
          </a:xfrm>
          <a:custGeom>
            <a:avLst/>
            <a:gdLst/>
            <a:ahLst/>
            <a:cxnLst/>
            <a:rect l="l" t="t" r="r" b="b"/>
            <a:pathLst>
              <a:path w="3671479" h="802465">
                <a:moveTo>
                  <a:pt x="77564" y="0"/>
                </a:moveTo>
                <a:lnTo>
                  <a:pt x="3593915" y="0"/>
                </a:lnTo>
                <a:cubicBezTo>
                  <a:pt x="3636724" y="0"/>
                  <a:pt x="3671479" y="49031"/>
                  <a:pt x="3671479" y="109424"/>
                </a:cubicBezTo>
                <a:lnTo>
                  <a:pt x="3671479" y="693041"/>
                </a:lnTo>
                <a:cubicBezTo>
                  <a:pt x="3671479" y="753474"/>
                  <a:pt x="3636752" y="802465"/>
                  <a:pt x="3593915" y="802465"/>
                </a:cubicBezTo>
                <a:lnTo>
                  <a:pt x="77564" y="802465"/>
                </a:lnTo>
                <a:cubicBezTo>
                  <a:pt x="34727" y="802465"/>
                  <a:pt x="0" y="753474"/>
                  <a:pt x="0" y="693041"/>
                </a:cubicBezTo>
                <a:lnTo>
                  <a:pt x="0" y="109424"/>
                </a:lnTo>
                <a:cubicBezTo>
                  <a:pt x="0" y="49031"/>
                  <a:pt x="34755" y="0"/>
                  <a:pt x="77564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21" name="Shape 18"/>
          <p:cNvSpPr/>
          <p:nvPr/>
        </p:nvSpPr>
        <p:spPr>
          <a:xfrm>
            <a:off x="8511067" y="3939375"/>
            <a:ext cx="437708" cy="437708"/>
          </a:xfrm>
          <a:custGeom>
            <a:avLst/>
            <a:gdLst/>
            <a:ahLst/>
            <a:cxnLst/>
            <a:rect l="l" t="t" r="r" b="b"/>
            <a:pathLst>
              <a:path w="437708" h="437708">
                <a:moveTo>
                  <a:pt x="109427" y="0"/>
                </a:moveTo>
                <a:lnTo>
                  <a:pt x="328281" y="0"/>
                </a:lnTo>
                <a:cubicBezTo>
                  <a:pt x="388676" y="0"/>
                  <a:pt x="437708" y="49033"/>
                  <a:pt x="437708" y="109427"/>
                </a:cubicBezTo>
                <a:lnTo>
                  <a:pt x="437708" y="328281"/>
                </a:lnTo>
                <a:cubicBezTo>
                  <a:pt x="437708" y="388716"/>
                  <a:pt x="388716" y="437708"/>
                  <a:pt x="328281" y="437708"/>
                </a:cubicBezTo>
                <a:lnTo>
                  <a:pt x="109427" y="437708"/>
                </a:lnTo>
                <a:cubicBezTo>
                  <a:pt x="49033" y="437708"/>
                  <a:pt x="0" y="388676"/>
                  <a:pt x="0" y="328281"/>
                </a:cubicBezTo>
                <a:lnTo>
                  <a:pt x="0" y="109427"/>
                </a:lnTo>
                <a:cubicBezTo>
                  <a:pt x="0" y="48992"/>
                  <a:pt x="48992" y="0"/>
                  <a:pt x="109427" y="0"/>
                </a:cubicBezTo>
                <a:close/>
              </a:path>
            </a:pathLst>
          </a:custGeom>
          <a:solidFill>
            <a:srgbClr val="0D9488">
              <a:alpha val="10196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8620494" y="4048802"/>
            <a:ext cx="218854" cy="218854"/>
          </a:xfrm>
          <a:custGeom>
            <a:avLst/>
            <a:gdLst/>
            <a:ahLst/>
            <a:cxnLst/>
            <a:rect l="l" t="t" r="r" b="b"/>
            <a:pathLst>
              <a:path w="218854" h="218854">
                <a:moveTo>
                  <a:pt x="205219" y="82070"/>
                </a:moveTo>
                <a:lnTo>
                  <a:pt x="208595" y="82070"/>
                </a:lnTo>
                <a:cubicBezTo>
                  <a:pt x="214280" y="82070"/>
                  <a:pt x="218854" y="77497"/>
                  <a:pt x="218854" y="71812"/>
                </a:cubicBezTo>
                <a:lnTo>
                  <a:pt x="218854" y="10259"/>
                </a:lnTo>
                <a:cubicBezTo>
                  <a:pt x="218854" y="6113"/>
                  <a:pt x="216375" y="2351"/>
                  <a:pt x="212528" y="769"/>
                </a:cubicBezTo>
                <a:cubicBezTo>
                  <a:pt x="208681" y="-812"/>
                  <a:pt x="204278" y="85"/>
                  <a:pt x="201329" y="2992"/>
                </a:cubicBezTo>
                <a:lnTo>
                  <a:pt x="179230" y="25134"/>
                </a:lnTo>
                <a:cubicBezTo>
                  <a:pt x="160294" y="9447"/>
                  <a:pt x="135929" y="0"/>
                  <a:pt x="109427" y="0"/>
                </a:cubicBezTo>
                <a:cubicBezTo>
                  <a:pt x="54286" y="0"/>
                  <a:pt x="8677" y="40779"/>
                  <a:pt x="1111" y="93825"/>
                </a:cubicBezTo>
                <a:cubicBezTo>
                  <a:pt x="43" y="101306"/>
                  <a:pt x="5215" y="108230"/>
                  <a:pt x="12695" y="109299"/>
                </a:cubicBezTo>
                <a:cubicBezTo>
                  <a:pt x="20176" y="110367"/>
                  <a:pt x="27100" y="105153"/>
                  <a:pt x="28169" y="97715"/>
                </a:cubicBezTo>
                <a:cubicBezTo>
                  <a:pt x="33854" y="57919"/>
                  <a:pt x="68093" y="27357"/>
                  <a:pt x="109427" y="27357"/>
                </a:cubicBezTo>
                <a:cubicBezTo>
                  <a:pt x="128406" y="27357"/>
                  <a:pt x="145846" y="33769"/>
                  <a:pt x="159738" y="44583"/>
                </a:cubicBezTo>
                <a:lnTo>
                  <a:pt x="139776" y="64545"/>
                </a:lnTo>
                <a:cubicBezTo>
                  <a:pt x="136827" y="67494"/>
                  <a:pt x="135972" y="71897"/>
                  <a:pt x="137553" y="75744"/>
                </a:cubicBezTo>
                <a:cubicBezTo>
                  <a:pt x="139135" y="79591"/>
                  <a:pt x="142896" y="82070"/>
                  <a:pt x="147043" y="82070"/>
                </a:cubicBezTo>
                <a:lnTo>
                  <a:pt x="205219" y="82070"/>
                </a:lnTo>
                <a:close/>
                <a:moveTo>
                  <a:pt x="217786" y="125029"/>
                </a:moveTo>
                <a:cubicBezTo>
                  <a:pt x="218854" y="117549"/>
                  <a:pt x="213639" y="110624"/>
                  <a:pt x="206202" y="109555"/>
                </a:cubicBezTo>
                <a:cubicBezTo>
                  <a:pt x="198764" y="108487"/>
                  <a:pt x="191797" y="113702"/>
                  <a:pt x="190728" y="121139"/>
                </a:cubicBezTo>
                <a:cubicBezTo>
                  <a:pt x="185043" y="160892"/>
                  <a:pt x="150804" y="191455"/>
                  <a:pt x="109470" y="191455"/>
                </a:cubicBezTo>
                <a:cubicBezTo>
                  <a:pt x="90491" y="191455"/>
                  <a:pt x="73051" y="185043"/>
                  <a:pt x="59159" y="174228"/>
                </a:cubicBezTo>
                <a:lnTo>
                  <a:pt x="79078" y="154309"/>
                </a:lnTo>
                <a:cubicBezTo>
                  <a:pt x="82028" y="151360"/>
                  <a:pt x="82882" y="146957"/>
                  <a:pt x="81301" y="143110"/>
                </a:cubicBezTo>
                <a:cubicBezTo>
                  <a:pt x="79719" y="139263"/>
                  <a:pt x="75958" y="136784"/>
                  <a:pt x="71812" y="136784"/>
                </a:cubicBezTo>
                <a:lnTo>
                  <a:pt x="10259" y="136784"/>
                </a:lnTo>
                <a:cubicBezTo>
                  <a:pt x="4574" y="136784"/>
                  <a:pt x="0" y="141358"/>
                  <a:pt x="0" y="147043"/>
                </a:cubicBezTo>
                <a:lnTo>
                  <a:pt x="0" y="208595"/>
                </a:lnTo>
                <a:cubicBezTo>
                  <a:pt x="0" y="212742"/>
                  <a:pt x="2479" y="216503"/>
                  <a:pt x="6326" y="218085"/>
                </a:cubicBezTo>
                <a:cubicBezTo>
                  <a:pt x="10173" y="219666"/>
                  <a:pt x="14576" y="218769"/>
                  <a:pt x="17525" y="215862"/>
                </a:cubicBezTo>
                <a:lnTo>
                  <a:pt x="39667" y="193720"/>
                </a:lnTo>
                <a:cubicBezTo>
                  <a:pt x="58561" y="209408"/>
                  <a:pt x="82925" y="218854"/>
                  <a:pt x="109427" y="218854"/>
                </a:cubicBezTo>
                <a:cubicBezTo>
                  <a:pt x="164568" y="218854"/>
                  <a:pt x="210177" y="178075"/>
                  <a:pt x="217743" y="125029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23" name="Text 20"/>
          <p:cNvSpPr/>
          <p:nvPr/>
        </p:nvSpPr>
        <p:spPr>
          <a:xfrm>
            <a:off x="9094678" y="3939375"/>
            <a:ext cx="2750018" cy="255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Update Cart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9094678" y="4231180"/>
            <a:ext cx="2740266" cy="413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cart updates and calculations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8146310" y="4960694"/>
            <a:ext cx="4045690" cy="1896736"/>
          </a:xfrm>
          <a:custGeom>
            <a:avLst/>
            <a:gdLst/>
            <a:ahLst/>
            <a:cxnLst/>
            <a:rect l="l" t="t" r="r" b="b"/>
            <a:pathLst>
              <a:path w="4045690" h="1896736">
                <a:moveTo>
                  <a:pt x="105079" y="0"/>
                </a:moveTo>
                <a:lnTo>
                  <a:pt x="3940611" y="0"/>
                </a:lnTo>
                <a:cubicBezTo>
                  <a:pt x="3998606" y="0"/>
                  <a:pt x="4045690" y="65374"/>
                  <a:pt x="4045690" y="145897"/>
                </a:cubicBezTo>
                <a:lnTo>
                  <a:pt x="4045690" y="1750839"/>
                </a:lnTo>
                <a:cubicBezTo>
                  <a:pt x="4045690" y="1831362"/>
                  <a:pt x="3998606" y="1896736"/>
                  <a:pt x="3940611" y="1896736"/>
                </a:cubicBezTo>
                <a:lnTo>
                  <a:pt x="105079" y="1896736"/>
                </a:lnTo>
                <a:cubicBezTo>
                  <a:pt x="47084" y="1896736"/>
                  <a:pt x="0" y="1831362"/>
                  <a:pt x="0" y="1750839"/>
                </a:cubicBezTo>
                <a:lnTo>
                  <a:pt x="0" y="145897"/>
                </a:lnTo>
                <a:cubicBezTo>
                  <a:pt x="0" y="65374"/>
                  <a:pt x="47084" y="0"/>
                  <a:pt x="105079" y="0"/>
                </a:cubicBezTo>
                <a:close/>
              </a:path>
            </a:pathLst>
          </a:custGeom>
          <a:gradFill flip="none" rotWithShape="1">
            <a:gsLst>
              <a:gs pos="0">
                <a:srgbClr val="0D9488"/>
              </a:gs>
              <a:gs pos="100000">
                <a:srgbClr val="14B8A6"/>
              </a:gs>
            </a:gsLst>
            <a:lin ang="0" scaled="1"/>
          </a:gradFill>
          <a:ln/>
          <a:effectLst>
            <a:outerShdw blurRad="136784" dist="9118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8386826" y="5182208"/>
            <a:ext cx="273568" cy="218854"/>
          </a:xfrm>
          <a:custGeom>
            <a:avLst/>
            <a:gdLst/>
            <a:ahLst/>
            <a:cxnLst/>
            <a:rect l="l" t="t" r="r" b="b"/>
            <a:pathLst>
              <a:path w="273568" h="218854">
                <a:moveTo>
                  <a:pt x="27357" y="41035"/>
                </a:moveTo>
                <a:cubicBezTo>
                  <a:pt x="27357" y="25946"/>
                  <a:pt x="39625" y="13678"/>
                  <a:pt x="54714" y="13678"/>
                </a:cubicBezTo>
                <a:lnTo>
                  <a:pt x="177819" y="13678"/>
                </a:lnTo>
                <a:cubicBezTo>
                  <a:pt x="192908" y="13678"/>
                  <a:pt x="205176" y="25946"/>
                  <a:pt x="205176" y="41035"/>
                </a:cubicBezTo>
                <a:lnTo>
                  <a:pt x="205176" y="54714"/>
                </a:lnTo>
                <a:lnTo>
                  <a:pt x="226847" y="54714"/>
                </a:lnTo>
                <a:cubicBezTo>
                  <a:pt x="234114" y="54714"/>
                  <a:pt x="241082" y="57577"/>
                  <a:pt x="246211" y="62707"/>
                </a:cubicBezTo>
                <a:lnTo>
                  <a:pt x="265574" y="82070"/>
                </a:lnTo>
                <a:cubicBezTo>
                  <a:pt x="270704" y="87200"/>
                  <a:pt x="273568" y="94167"/>
                  <a:pt x="273568" y="101434"/>
                </a:cubicBezTo>
                <a:lnTo>
                  <a:pt x="273568" y="164141"/>
                </a:lnTo>
                <a:cubicBezTo>
                  <a:pt x="273568" y="179230"/>
                  <a:pt x="261300" y="191497"/>
                  <a:pt x="246211" y="191497"/>
                </a:cubicBezTo>
                <a:lnTo>
                  <a:pt x="244800" y="191497"/>
                </a:lnTo>
                <a:cubicBezTo>
                  <a:pt x="240355" y="207270"/>
                  <a:pt x="225822" y="218854"/>
                  <a:pt x="208595" y="218854"/>
                </a:cubicBezTo>
                <a:cubicBezTo>
                  <a:pt x="191369" y="218854"/>
                  <a:pt x="176879" y="207270"/>
                  <a:pt x="172390" y="191497"/>
                </a:cubicBezTo>
                <a:lnTo>
                  <a:pt x="128534" y="191497"/>
                </a:lnTo>
                <a:cubicBezTo>
                  <a:pt x="124089" y="207270"/>
                  <a:pt x="109555" y="218854"/>
                  <a:pt x="92329" y="218854"/>
                </a:cubicBezTo>
                <a:cubicBezTo>
                  <a:pt x="75103" y="218854"/>
                  <a:pt x="60612" y="207270"/>
                  <a:pt x="56124" y="191497"/>
                </a:cubicBezTo>
                <a:lnTo>
                  <a:pt x="54714" y="191497"/>
                </a:lnTo>
                <a:cubicBezTo>
                  <a:pt x="39625" y="191497"/>
                  <a:pt x="27357" y="179230"/>
                  <a:pt x="27357" y="164141"/>
                </a:cubicBezTo>
                <a:lnTo>
                  <a:pt x="27357" y="143623"/>
                </a:lnTo>
                <a:lnTo>
                  <a:pt x="10259" y="143623"/>
                </a:lnTo>
                <a:cubicBezTo>
                  <a:pt x="4574" y="143623"/>
                  <a:pt x="0" y="139049"/>
                  <a:pt x="0" y="133364"/>
                </a:cubicBezTo>
                <a:cubicBezTo>
                  <a:pt x="0" y="127679"/>
                  <a:pt x="4574" y="123105"/>
                  <a:pt x="10259" y="123105"/>
                </a:cubicBezTo>
                <a:lnTo>
                  <a:pt x="58133" y="123105"/>
                </a:lnTo>
                <a:cubicBezTo>
                  <a:pt x="63818" y="123105"/>
                  <a:pt x="68392" y="118532"/>
                  <a:pt x="68392" y="112847"/>
                </a:cubicBezTo>
                <a:cubicBezTo>
                  <a:pt x="68392" y="107162"/>
                  <a:pt x="63818" y="102588"/>
                  <a:pt x="58133" y="102588"/>
                </a:cubicBezTo>
                <a:lnTo>
                  <a:pt x="10259" y="102588"/>
                </a:lnTo>
                <a:cubicBezTo>
                  <a:pt x="4574" y="102588"/>
                  <a:pt x="0" y="98014"/>
                  <a:pt x="0" y="92329"/>
                </a:cubicBezTo>
                <a:cubicBezTo>
                  <a:pt x="0" y="86644"/>
                  <a:pt x="4574" y="82070"/>
                  <a:pt x="10259" y="82070"/>
                </a:cubicBezTo>
                <a:lnTo>
                  <a:pt x="85490" y="82070"/>
                </a:lnTo>
                <a:cubicBezTo>
                  <a:pt x="91175" y="82070"/>
                  <a:pt x="95749" y="77497"/>
                  <a:pt x="95749" y="71812"/>
                </a:cubicBezTo>
                <a:cubicBezTo>
                  <a:pt x="95749" y="66126"/>
                  <a:pt x="91175" y="61553"/>
                  <a:pt x="85490" y="61553"/>
                </a:cubicBezTo>
                <a:lnTo>
                  <a:pt x="10259" y="61553"/>
                </a:lnTo>
                <a:cubicBezTo>
                  <a:pt x="4574" y="61553"/>
                  <a:pt x="0" y="56979"/>
                  <a:pt x="0" y="51294"/>
                </a:cubicBezTo>
                <a:cubicBezTo>
                  <a:pt x="0" y="45609"/>
                  <a:pt x="4574" y="41035"/>
                  <a:pt x="10259" y="41035"/>
                </a:cubicBezTo>
                <a:lnTo>
                  <a:pt x="27357" y="41035"/>
                </a:lnTo>
                <a:close/>
                <a:moveTo>
                  <a:pt x="246211" y="123105"/>
                </a:moveTo>
                <a:lnTo>
                  <a:pt x="246211" y="101434"/>
                </a:lnTo>
                <a:lnTo>
                  <a:pt x="226847" y="82070"/>
                </a:lnTo>
                <a:lnTo>
                  <a:pt x="205176" y="82070"/>
                </a:lnTo>
                <a:lnTo>
                  <a:pt x="205176" y="123105"/>
                </a:lnTo>
                <a:lnTo>
                  <a:pt x="246211" y="123105"/>
                </a:lnTo>
                <a:close/>
                <a:moveTo>
                  <a:pt x="109427" y="181239"/>
                </a:moveTo>
                <a:cubicBezTo>
                  <a:pt x="109427" y="171802"/>
                  <a:pt x="101766" y="164141"/>
                  <a:pt x="92329" y="164141"/>
                </a:cubicBezTo>
                <a:cubicBezTo>
                  <a:pt x="82892" y="164141"/>
                  <a:pt x="75231" y="171802"/>
                  <a:pt x="75231" y="181239"/>
                </a:cubicBezTo>
                <a:cubicBezTo>
                  <a:pt x="75231" y="190675"/>
                  <a:pt x="82892" y="198337"/>
                  <a:pt x="92329" y="198337"/>
                </a:cubicBezTo>
                <a:cubicBezTo>
                  <a:pt x="101766" y="198337"/>
                  <a:pt x="109427" y="190675"/>
                  <a:pt x="109427" y="181239"/>
                </a:cubicBezTo>
                <a:close/>
                <a:moveTo>
                  <a:pt x="208595" y="198337"/>
                </a:moveTo>
                <a:cubicBezTo>
                  <a:pt x="218032" y="198337"/>
                  <a:pt x="225693" y="190675"/>
                  <a:pt x="225693" y="181239"/>
                </a:cubicBezTo>
                <a:cubicBezTo>
                  <a:pt x="225693" y="171802"/>
                  <a:pt x="218032" y="164141"/>
                  <a:pt x="208595" y="164141"/>
                </a:cubicBezTo>
                <a:cubicBezTo>
                  <a:pt x="199159" y="164141"/>
                  <a:pt x="191497" y="171802"/>
                  <a:pt x="191497" y="181239"/>
                </a:cubicBezTo>
                <a:cubicBezTo>
                  <a:pt x="191497" y="190675"/>
                  <a:pt x="199159" y="198337"/>
                  <a:pt x="208595" y="19833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7" name="Text 24"/>
          <p:cNvSpPr/>
          <p:nvPr/>
        </p:nvSpPr>
        <p:spPr>
          <a:xfrm>
            <a:off x="8729921" y="5161310"/>
            <a:ext cx="1477266" cy="255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Shipping Options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8365164" y="5507829"/>
            <a:ext cx="3671479" cy="328281"/>
          </a:xfrm>
          <a:custGeom>
            <a:avLst/>
            <a:gdLst/>
            <a:ahLst/>
            <a:cxnLst/>
            <a:rect l="l" t="t" r="r" b="b"/>
            <a:pathLst>
              <a:path w="3671479" h="328281">
                <a:moveTo>
                  <a:pt x="50992" y="0"/>
                </a:moveTo>
                <a:lnTo>
                  <a:pt x="3620487" y="0"/>
                </a:lnTo>
                <a:cubicBezTo>
                  <a:pt x="3648649" y="0"/>
                  <a:pt x="3671479" y="32661"/>
                  <a:pt x="3671479" y="72951"/>
                </a:cubicBezTo>
                <a:lnTo>
                  <a:pt x="3671479" y="255331"/>
                </a:lnTo>
                <a:cubicBezTo>
                  <a:pt x="3671479" y="295620"/>
                  <a:pt x="3648649" y="328281"/>
                  <a:pt x="3620487" y="328281"/>
                </a:cubicBezTo>
                <a:lnTo>
                  <a:pt x="50992" y="328281"/>
                </a:lnTo>
                <a:cubicBezTo>
                  <a:pt x="22849" y="328281"/>
                  <a:pt x="0" y="295593"/>
                  <a:pt x="0" y="255331"/>
                </a:cubicBezTo>
                <a:lnTo>
                  <a:pt x="0" y="72951"/>
                </a:lnTo>
                <a:cubicBezTo>
                  <a:pt x="0" y="32661"/>
                  <a:pt x="22830" y="0"/>
                  <a:pt x="50992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29" name="Text 26"/>
          <p:cNvSpPr/>
          <p:nvPr/>
        </p:nvSpPr>
        <p:spPr>
          <a:xfrm>
            <a:off x="8638732" y="5401062"/>
            <a:ext cx="1691811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Standard Delivery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11231759" y="5580781"/>
            <a:ext cx="677554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৳4.99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8365164" y="5909062"/>
            <a:ext cx="3671479" cy="328281"/>
          </a:xfrm>
          <a:custGeom>
            <a:avLst/>
            <a:gdLst/>
            <a:ahLst/>
            <a:cxnLst/>
            <a:rect l="l" t="t" r="r" b="b"/>
            <a:pathLst>
              <a:path w="3671479" h="328281">
                <a:moveTo>
                  <a:pt x="50992" y="0"/>
                </a:moveTo>
                <a:lnTo>
                  <a:pt x="3620487" y="0"/>
                </a:lnTo>
                <a:cubicBezTo>
                  <a:pt x="3648649" y="0"/>
                  <a:pt x="3671479" y="32661"/>
                  <a:pt x="3671479" y="72951"/>
                </a:cubicBezTo>
                <a:lnTo>
                  <a:pt x="3671479" y="255331"/>
                </a:lnTo>
                <a:cubicBezTo>
                  <a:pt x="3671479" y="295620"/>
                  <a:pt x="3648649" y="328281"/>
                  <a:pt x="3620487" y="328281"/>
                </a:cubicBezTo>
                <a:lnTo>
                  <a:pt x="50992" y="328281"/>
                </a:lnTo>
                <a:cubicBezTo>
                  <a:pt x="22849" y="328281"/>
                  <a:pt x="0" y="295593"/>
                  <a:pt x="0" y="255331"/>
                </a:cubicBezTo>
                <a:lnTo>
                  <a:pt x="0" y="72951"/>
                </a:lnTo>
                <a:cubicBezTo>
                  <a:pt x="0" y="32661"/>
                  <a:pt x="22830" y="0"/>
                  <a:pt x="50992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32" name="Text 29"/>
          <p:cNvSpPr/>
          <p:nvPr/>
        </p:nvSpPr>
        <p:spPr>
          <a:xfrm>
            <a:off x="8638732" y="5763159"/>
            <a:ext cx="1359409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Express Delivery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11191198" y="5982013"/>
            <a:ext cx="718115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৳12.99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8365164" y="6319414"/>
            <a:ext cx="3671479" cy="346519"/>
          </a:xfrm>
          <a:custGeom>
            <a:avLst/>
            <a:gdLst/>
            <a:ahLst/>
            <a:cxnLst/>
            <a:rect l="l" t="t" r="r" b="b"/>
            <a:pathLst>
              <a:path w="3671479" h="346519">
                <a:moveTo>
                  <a:pt x="51171" y="0"/>
                </a:moveTo>
                <a:lnTo>
                  <a:pt x="3620308" y="0"/>
                </a:lnTo>
                <a:cubicBezTo>
                  <a:pt x="3648569" y="0"/>
                  <a:pt x="3671479" y="32662"/>
                  <a:pt x="3671479" y="72953"/>
                </a:cubicBezTo>
                <a:lnTo>
                  <a:pt x="3671479" y="273566"/>
                </a:lnTo>
                <a:cubicBezTo>
                  <a:pt x="3671479" y="313857"/>
                  <a:pt x="3648569" y="346519"/>
                  <a:pt x="3620308" y="346519"/>
                </a:cubicBezTo>
                <a:lnTo>
                  <a:pt x="51171" y="346519"/>
                </a:lnTo>
                <a:cubicBezTo>
                  <a:pt x="22929" y="346519"/>
                  <a:pt x="0" y="313830"/>
                  <a:pt x="0" y="273566"/>
                </a:cubicBezTo>
                <a:lnTo>
                  <a:pt x="0" y="72953"/>
                </a:lnTo>
                <a:cubicBezTo>
                  <a:pt x="0" y="32689"/>
                  <a:pt x="22929" y="0"/>
                  <a:pt x="51171" y="0"/>
                </a:cubicBezTo>
                <a:close/>
              </a:path>
            </a:pathLst>
          </a:custGeom>
          <a:solidFill>
            <a:srgbClr val="FFFFFF">
              <a:alpha val="30196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504642" y="6425802"/>
            <a:ext cx="111707" cy="127665"/>
          </a:xfrm>
          <a:custGeom>
            <a:avLst/>
            <a:gdLst/>
            <a:ahLst/>
            <a:cxnLst/>
            <a:rect l="l" t="t" r="r" b="b"/>
            <a:pathLst>
              <a:path w="111707" h="127665">
                <a:moveTo>
                  <a:pt x="108415" y="17479"/>
                </a:moveTo>
                <a:cubicBezTo>
                  <a:pt x="111981" y="20072"/>
                  <a:pt x="112779" y="25059"/>
                  <a:pt x="110186" y="28625"/>
                </a:cubicBezTo>
                <a:lnTo>
                  <a:pt x="46353" y="116395"/>
                </a:lnTo>
                <a:cubicBezTo>
                  <a:pt x="44982" y="118290"/>
                  <a:pt x="42863" y="119461"/>
                  <a:pt x="40519" y="119661"/>
                </a:cubicBezTo>
                <a:cubicBezTo>
                  <a:pt x="38175" y="119860"/>
                  <a:pt x="35906" y="118988"/>
                  <a:pt x="34260" y="117342"/>
                </a:cubicBezTo>
                <a:lnTo>
                  <a:pt x="2344" y="85426"/>
                </a:lnTo>
                <a:cubicBezTo>
                  <a:pt x="-773" y="82309"/>
                  <a:pt x="-773" y="77247"/>
                  <a:pt x="2344" y="74130"/>
                </a:cubicBezTo>
                <a:cubicBezTo>
                  <a:pt x="5461" y="71014"/>
                  <a:pt x="10522" y="71014"/>
                  <a:pt x="13639" y="74130"/>
                </a:cubicBezTo>
                <a:lnTo>
                  <a:pt x="38948" y="99439"/>
                </a:lnTo>
                <a:lnTo>
                  <a:pt x="97295" y="19225"/>
                </a:lnTo>
                <a:cubicBezTo>
                  <a:pt x="99888" y="15659"/>
                  <a:pt x="104875" y="14861"/>
                  <a:pt x="108440" y="1745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6" name="Text 33"/>
          <p:cNvSpPr/>
          <p:nvPr/>
        </p:nvSpPr>
        <p:spPr>
          <a:xfrm>
            <a:off x="8638732" y="6237343"/>
            <a:ext cx="1181392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Free Shipping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10330543" y="6401484"/>
            <a:ext cx="1578771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Orders over ৳300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364757" y="6401484"/>
            <a:ext cx="722977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Group 05 | Rishat Bin Sultan, Fariha Islam, Nafia Haque Muskan, MD Tamim Hasan</a:t>
            </a:r>
            <a:endParaRPr lang="en-US" sz="1600" dirty="0"/>
          </a:p>
        </p:txBody>
      </p:sp>
      <p:pic>
        <p:nvPicPr>
          <p:cNvPr id="39" name="Image 1" descr="https://kimi-img.moonshot.cn/pub/slides/26-03-16-10:30:41-d6rmmkeom6pq5e81nbk0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515" y="1044954"/>
            <a:ext cx="7903172" cy="5466014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74134" y="2657475"/>
            <a:ext cx="2663877" cy="666750"/>
          </a:xfrm>
          <a:custGeom>
            <a:avLst/>
            <a:gdLst/>
            <a:ahLst/>
            <a:cxnLst/>
            <a:rect l="l" t="t" r="r" b="b"/>
            <a:pathLst>
              <a:path w="2663877" h="666750">
                <a:moveTo>
                  <a:pt x="74689" y="0"/>
                </a:moveTo>
                <a:lnTo>
                  <a:pt x="2589189" y="0"/>
                </a:lnTo>
                <a:cubicBezTo>
                  <a:pt x="2630438" y="0"/>
                  <a:pt x="2663877" y="51174"/>
                  <a:pt x="2663877" y="114301"/>
                </a:cubicBezTo>
                <a:lnTo>
                  <a:pt x="2663877" y="552449"/>
                </a:lnTo>
                <a:cubicBezTo>
                  <a:pt x="2663877" y="615576"/>
                  <a:pt x="2630438" y="666750"/>
                  <a:pt x="2589189" y="666750"/>
                </a:cubicBezTo>
                <a:lnTo>
                  <a:pt x="74689" y="666750"/>
                </a:lnTo>
                <a:cubicBezTo>
                  <a:pt x="33439" y="666750"/>
                  <a:pt x="0" y="615576"/>
                  <a:pt x="0" y="552449"/>
                </a:cubicBezTo>
                <a:lnTo>
                  <a:pt x="0" y="114301"/>
                </a:lnTo>
                <a:cubicBezTo>
                  <a:pt x="0" y="51217"/>
                  <a:pt x="33467" y="0"/>
                  <a:pt x="74689" y="0"/>
                </a:cubicBezTo>
                <a:close/>
              </a:path>
            </a:pathLst>
          </a:custGeom>
          <a:solidFill>
            <a:srgbClr val="0D9488">
              <a:alpha val="10196"/>
            </a:srgbClr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1000" y="419100"/>
            <a:ext cx="76200" cy="304800"/>
          </a:xfrm>
          <a:custGeom>
            <a:avLst/>
            <a:gdLst/>
            <a:ahLst/>
            <a:cxnLst/>
            <a:rect l="l" t="t" r="r" b="b"/>
            <a:pathLst>
              <a:path w="76200" h="3048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266700"/>
                </a:lnTo>
                <a:cubicBezTo>
                  <a:pt x="76200" y="287728"/>
                  <a:pt x="59128" y="304800"/>
                  <a:pt x="381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571500" y="381000"/>
            <a:ext cx="2914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Checkout Process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71500" y="723900"/>
            <a:ext cx="11325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Streamlined two-step checkout with customer info and order summary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58758" y="1114430"/>
            <a:ext cx="8896272" cy="5394326"/>
          </a:xfrm>
          <a:custGeom>
            <a:avLst/>
            <a:gdLst/>
            <a:ahLst/>
            <a:cxnLst/>
            <a:rect l="l" t="t" r="r" b="b"/>
            <a:pathLst>
              <a:path w="8896272" h="5394326">
                <a:moveTo>
                  <a:pt x="199363" y="0"/>
                </a:moveTo>
                <a:lnTo>
                  <a:pt x="8696909" y="0"/>
                </a:lnTo>
                <a:cubicBezTo>
                  <a:pt x="8807014" y="0"/>
                  <a:pt x="8896272" y="68034"/>
                  <a:pt x="8896272" y="151958"/>
                </a:cubicBezTo>
                <a:lnTo>
                  <a:pt x="8896272" y="5242367"/>
                </a:lnTo>
                <a:cubicBezTo>
                  <a:pt x="8896272" y="5326292"/>
                  <a:pt x="8807014" y="5394326"/>
                  <a:pt x="8696909" y="5394326"/>
                </a:cubicBezTo>
                <a:lnTo>
                  <a:pt x="199363" y="5394326"/>
                </a:lnTo>
                <a:cubicBezTo>
                  <a:pt x="89258" y="5394326"/>
                  <a:pt x="0" y="5326292"/>
                  <a:pt x="0" y="5242367"/>
                </a:cubicBezTo>
                <a:lnTo>
                  <a:pt x="0" y="151958"/>
                </a:lnTo>
                <a:cubicBezTo>
                  <a:pt x="0" y="68090"/>
                  <a:pt x="89332" y="0"/>
                  <a:pt x="19936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</p:sp>
      <p:pic>
        <p:nvPicPr>
          <p:cNvPr id="7" name="Image 0" descr="https://kimi-web-img.moonshot.cn/img/moonshot.cn/kimi-ppt/html-gen/uploads/Checkout_P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8" y="1114430"/>
            <a:ext cx="8896272" cy="5394326"/>
          </a:xfrm>
          <a:prstGeom prst="roundRect">
            <a:avLst>
              <a:gd name="adj" fmla="val 2817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9374134" y="14859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4519" y="85018"/>
                </a:moveTo>
                <a:cubicBezTo>
                  <a:pt x="29468" y="50416"/>
                  <a:pt x="59271" y="23812"/>
                  <a:pt x="95250" y="23812"/>
                </a:cubicBezTo>
                <a:cubicBezTo>
                  <a:pt x="114970" y="23812"/>
                  <a:pt x="132829" y="31812"/>
                  <a:pt x="145777" y="44723"/>
                </a:cubicBezTo>
                <a:cubicBezTo>
                  <a:pt x="145852" y="44797"/>
                  <a:pt x="145926" y="44872"/>
                  <a:pt x="146000" y="44946"/>
                </a:cubicBezTo>
                <a:lnTo>
                  <a:pt x="148828" y="47625"/>
                </a:lnTo>
                <a:lnTo>
                  <a:pt x="131006" y="47625"/>
                </a:lnTo>
                <a:cubicBezTo>
                  <a:pt x="124420" y="47625"/>
                  <a:pt x="119100" y="52946"/>
                  <a:pt x="119100" y="59531"/>
                </a:cubicBezTo>
                <a:cubicBezTo>
                  <a:pt x="119100" y="66117"/>
                  <a:pt x="124420" y="71438"/>
                  <a:pt x="131006" y="71438"/>
                </a:cubicBezTo>
                <a:lnTo>
                  <a:pt x="178631" y="71438"/>
                </a:lnTo>
                <a:cubicBezTo>
                  <a:pt x="185217" y="71438"/>
                  <a:pt x="190537" y="66117"/>
                  <a:pt x="190537" y="59531"/>
                </a:cubicBezTo>
                <a:lnTo>
                  <a:pt x="190537" y="11906"/>
                </a:lnTo>
                <a:cubicBezTo>
                  <a:pt x="190537" y="5321"/>
                  <a:pt x="185217" y="0"/>
                  <a:pt x="178631" y="0"/>
                </a:cubicBezTo>
                <a:cubicBezTo>
                  <a:pt x="172045" y="0"/>
                  <a:pt x="166725" y="5321"/>
                  <a:pt x="166725" y="11906"/>
                </a:cubicBezTo>
                <a:lnTo>
                  <a:pt x="166725" y="31775"/>
                </a:lnTo>
                <a:lnTo>
                  <a:pt x="162520" y="27794"/>
                </a:lnTo>
                <a:cubicBezTo>
                  <a:pt x="145293" y="10641"/>
                  <a:pt x="121481" y="0"/>
                  <a:pt x="95250" y="0"/>
                </a:cubicBezTo>
                <a:cubicBezTo>
                  <a:pt x="47253" y="0"/>
                  <a:pt x="7553" y="35496"/>
                  <a:pt x="967" y="81669"/>
                </a:cubicBezTo>
                <a:cubicBezTo>
                  <a:pt x="37" y="88181"/>
                  <a:pt x="4539" y="94208"/>
                  <a:pt x="11050" y="95138"/>
                </a:cubicBezTo>
                <a:cubicBezTo>
                  <a:pt x="17562" y="96069"/>
                  <a:pt x="23589" y="91529"/>
                  <a:pt x="24519" y="85055"/>
                </a:cubicBezTo>
                <a:close/>
                <a:moveTo>
                  <a:pt x="189533" y="108831"/>
                </a:moveTo>
                <a:cubicBezTo>
                  <a:pt x="190463" y="102319"/>
                  <a:pt x="185924" y="96292"/>
                  <a:pt x="179450" y="95362"/>
                </a:cubicBezTo>
                <a:cubicBezTo>
                  <a:pt x="172975" y="94431"/>
                  <a:pt x="166911" y="98971"/>
                  <a:pt x="165981" y="105445"/>
                </a:cubicBezTo>
                <a:cubicBezTo>
                  <a:pt x="161032" y="140047"/>
                  <a:pt x="131229" y="166650"/>
                  <a:pt x="95250" y="166650"/>
                </a:cubicBezTo>
                <a:cubicBezTo>
                  <a:pt x="75530" y="166650"/>
                  <a:pt x="57671" y="158651"/>
                  <a:pt x="44723" y="145740"/>
                </a:cubicBezTo>
                <a:cubicBezTo>
                  <a:pt x="44648" y="145666"/>
                  <a:pt x="44574" y="145591"/>
                  <a:pt x="44500" y="145517"/>
                </a:cubicBezTo>
                <a:lnTo>
                  <a:pt x="41672" y="142838"/>
                </a:lnTo>
                <a:lnTo>
                  <a:pt x="59494" y="142838"/>
                </a:lnTo>
                <a:cubicBezTo>
                  <a:pt x="66080" y="142838"/>
                  <a:pt x="71400" y="137517"/>
                  <a:pt x="71400" y="130932"/>
                </a:cubicBezTo>
                <a:cubicBezTo>
                  <a:pt x="71400" y="124346"/>
                  <a:pt x="66080" y="119025"/>
                  <a:pt x="59494" y="119025"/>
                </a:cubicBezTo>
                <a:lnTo>
                  <a:pt x="11906" y="119063"/>
                </a:lnTo>
                <a:cubicBezTo>
                  <a:pt x="8744" y="119063"/>
                  <a:pt x="5693" y="120328"/>
                  <a:pt x="3460" y="122597"/>
                </a:cubicBezTo>
                <a:cubicBezTo>
                  <a:pt x="1228" y="124867"/>
                  <a:pt x="-37" y="127881"/>
                  <a:pt x="0" y="131080"/>
                </a:cubicBezTo>
                <a:lnTo>
                  <a:pt x="372" y="178333"/>
                </a:lnTo>
                <a:cubicBezTo>
                  <a:pt x="409" y="184919"/>
                  <a:pt x="5804" y="190202"/>
                  <a:pt x="12390" y="190128"/>
                </a:cubicBezTo>
                <a:cubicBezTo>
                  <a:pt x="18976" y="190054"/>
                  <a:pt x="24259" y="184696"/>
                  <a:pt x="24185" y="178110"/>
                </a:cubicBezTo>
                <a:lnTo>
                  <a:pt x="24036" y="158948"/>
                </a:lnTo>
                <a:lnTo>
                  <a:pt x="28017" y="162706"/>
                </a:lnTo>
                <a:cubicBezTo>
                  <a:pt x="45244" y="179859"/>
                  <a:pt x="69019" y="190500"/>
                  <a:pt x="95250" y="190500"/>
                </a:cubicBezTo>
                <a:cubicBezTo>
                  <a:pt x="143247" y="190500"/>
                  <a:pt x="182947" y="155004"/>
                  <a:pt x="189533" y="108831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9" name="Text 6"/>
          <p:cNvSpPr/>
          <p:nvPr/>
        </p:nvSpPr>
        <p:spPr>
          <a:xfrm>
            <a:off x="9674171" y="1327150"/>
            <a:ext cx="395287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Checkout Steps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9159821" y="1257300"/>
            <a:ext cx="3032179" cy="3994085"/>
          </a:xfrm>
          <a:custGeom>
            <a:avLst/>
            <a:gdLst/>
            <a:ahLst/>
            <a:cxnLst/>
            <a:rect l="l" t="t" r="r" b="b"/>
            <a:pathLst>
              <a:path w="3032179" h="3994085">
                <a:moveTo>
                  <a:pt x="103228" y="0"/>
                </a:moveTo>
                <a:lnTo>
                  <a:pt x="2928950" y="0"/>
                </a:lnTo>
                <a:cubicBezTo>
                  <a:pt x="2985962" y="0"/>
                  <a:pt x="3032179" y="121241"/>
                  <a:pt x="3032179" y="270799"/>
                </a:cubicBezTo>
                <a:lnTo>
                  <a:pt x="3032179" y="3723286"/>
                </a:lnTo>
                <a:cubicBezTo>
                  <a:pt x="3032179" y="3872844"/>
                  <a:pt x="2985962" y="3994085"/>
                  <a:pt x="2928950" y="3994085"/>
                </a:cubicBezTo>
                <a:lnTo>
                  <a:pt x="103228" y="3994085"/>
                </a:lnTo>
                <a:cubicBezTo>
                  <a:pt x="46217" y="3994085"/>
                  <a:pt x="0" y="3872844"/>
                  <a:pt x="0" y="3723286"/>
                </a:cubicBezTo>
                <a:lnTo>
                  <a:pt x="0" y="270799"/>
                </a:lnTo>
                <a:cubicBezTo>
                  <a:pt x="0" y="121341"/>
                  <a:pt x="46255" y="0"/>
                  <a:pt x="10322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9359846" y="1876425"/>
            <a:ext cx="2663877" cy="666750"/>
          </a:xfrm>
          <a:custGeom>
            <a:avLst/>
            <a:gdLst/>
            <a:ahLst/>
            <a:cxnLst/>
            <a:rect l="l" t="t" r="r" b="b"/>
            <a:pathLst>
              <a:path w="2663877" h="666750">
                <a:moveTo>
                  <a:pt x="74689" y="0"/>
                </a:moveTo>
                <a:lnTo>
                  <a:pt x="2589189" y="0"/>
                </a:lnTo>
                <a:cubicBezTo>
                  <a:pt x="2630438" y="0"/>
                  <a:pt x="2663877" y="51174"/>
                  <a:pt x="2663877" y="114301"/>
                </a:cubicBezTo>
                <a:lnTo>
                  <a:pt x="2663877" y="552449"/>
                </a:lnTo>
                <a:cubicBezTo>
                  <a:pt x="2663877" y="615576"/>
                  <a:pt x="2630438" y="666750"/>
                  <a:pt x="2589189" y="666750"/>
                </a:cubicBezTo>
                <a:lnTo>
                  <a:pt x="74689" y="666750"/>
                </a:lnTo>
                <a:cubicBezTo>
                  <a:pt x="33439" y="666750"/>
                  <a:pt x="0" y="615576"/>
                  <a:pt x="0" y="552449"/>
                </a:cubicBezTo>
                <a:lnTo>
                  <a:pt x="0" y="114301"/>
                </a:lnTo>
                <a:cubicBezTo>
                  <a:pt x="0" y="51217"/>
                  <a:pt x="33467" y="0"/>
                  <a:pt x="74689" y="0"/>
                </a:cubicBezTo>
                <a:close/>
              </a:path>
            </a:pathLst>
          </a:custGeom>
          <a:solidFill>
            <a:srgbClr val="0D9488">
              <a:alpha val="10196"/>
            </a:srgbClr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483671" y="20193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13" name="Text 10"/>
          <p:cNvSpPr/>
          <p:nvPr/>
        </p:nvSpPr>
        <p:spPr>
          <a:xfrm>
            <a:off x="9445571" y="2019300"/>
            <a:ext cx="45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0017071" y="2000250"/>
            <a:ext cx="1714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Customer Information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0017071" y="2228850"/>
            <a:ext cx="2006652" cy="200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Name, </a:t>
            </a:r>
            <a:r>
              <a:rPr lang="en-US" sz="14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email</a:t>
            </a:r>
            <a:r>
              <a:rPr lang="en-US" sz="12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phone number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9464621" y="28003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14B8A6"/>
          </a:solidFill>
          <a:ln/>
        </p:spPr>
      </p:sp>
      <p:sp>
        <p:nvSpPr>
          <p:cNvPr id="17" name="Text 14"/>
          <p:cNvSpPr/>
          <p:nvPr/>
        </p:nvSpPr>
        <p:spPr>
          <a:xfrm>
            <a:off x="9426521" y="2800350"/>
            <a:ext cx="45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9998021" y="2781300"/>
            <a:ext cx="1457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Shipping Address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9998021" y="3009900"/>
            <a:ext cx="1733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Delivery location details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381000" y="6381750"/>
            <a:ext cx="800720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Group 05 | Rishat Bin Sultan, Fariha Islam, Nafia Haque Muskan, MD Tamim Hasan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9374134" y="3429000"/>
            <a:ext cx="2663877" cy="742950"/>
          </a:xfrm>
          <a:custGeom>
            <a:avLst/>
            <a:gdLst/>
            <a:ahLst/>
            <a:cxnLst/>
            <a:rect l="l" t="t" r="r" b="b"/>
            <a:pathLst>
              <a:path w="2663877" h="742950">
                <a:moveTo>
                  <a:pt x="74689" y="0"/>
                </a:moveTo>
                <a:lnTo>
                  <a:pt x="2589189" y="0"/>
                </a:lnTo>
                <a:cubicBezTo>
                  <a:pt x="2630438" y="0"/>
                  <a:pt x="2663877" y="57023"/>
                  <a:pt x="2663877" y="127364"/>
                </a:cubicBezTo>
                <a:lnTo>
                  <a:pt x="2663877" y="615586"/>
                </a:lnTo>
                <a:cubicBezTo>
                  <a:pt x="2663877" y="685927"/>
                  <a:pt x="2630438" y="742950"/>
                  <a:pt x="2589189" y="742950"/>
                </a:cubicBezTo>
                <a:lnTo>
                  <a:pt x="74689" y="742950"/>
                </a:lnTo>
                <a:cubicBezTo>
                  <a:pt x="33439" y="742950"/>
                  <a:pt x="0" y="685927"/>
                  <a:pt x="0" y="615586"/>
                </a:cubicBezTo>
                <a:lnTo>
                  <a:pt x="0" y="127364"/>
                </a:lnTo>
                <a:cubicBezTo>
                  <a:pt x="0" y="57070"/>
                  <a:pt x="33467" y="0"/>
                  <a:pt x="74689" y="0"/>
                </a:cubicBezTo>
                <a:close/>
              </a:path>
            </a:pathLst>
          </a:custGeom>
          <a:solidFill>
            <a:srgbClr val="0D9488">
              <a:alpha val="10196"/>
            </a:srgbClr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469384" y="35814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23" name="Text 20"/>
          <p:cNvSpPr/>
          <p:nvPr/>
        </p:nvSpPr>
        <p:spPr>
          <a:xfrm>
            <a:off x="10061574" y="3590994"/>
            <a:ext cx="1714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Order Summary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0061574" y="3838575"/>
            <a:ext cx="1704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Products, Subtotal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9374134" y="4305215"/>
            <a:ext cx="2663877" cy="666750"/>
          </a:xfrm>
          <a:custGeom>
            <a:avLst/>
            <a:gdLst/>
            <a:ahLst/>
            <a:cxnLst/>
            <a:rect l="l" t="t" r="r" b="b"/>
            <a:pathLst>
              <a:path w="2663877" h="666750">
                <a:moveTo>
                  <a:pt x="74689" y="0"/>
                </a:moveTo>
                <a:lnTo>
                  <a:pt x="2589189" y="0"/>
                </a:lnTo>
                <a:cubicBezTo>
                  <a:pt x="2630438" y="0"/>
                  <a:pt x="2663877" y="51174"/>
                  <a:pt x="2663877" y="114301"/>
                </a:cubicBezTo>
                <a:lnTo>
                  <a:pt x="2663877" y="552449"/>
                </a:lnTo>
                <a:cubicBezTo>
                  <a:pt x="2663877" y="615576"/>
                  <a:pt x="2630438" y="666750"/>
                  <a:pt x="2589189" y="666750"/>
                </a:cubicBezTo>
                <a:lnTo>
                  <a:pt x="74689" y="666750"/>
                </a:lnTo>
                <a:cubicBezTo>
                  <a:pt x="33439" y="666750"/>
                  <a:pt x="0" y="615576"/>
                  <a:pt x="0" y="552449"/>
                </a:cubicBezTo>
                <a:lnTo>
                  <a:pt x="0" y="114301"/>
                </a:lnTo>
                <a:cubicBezTo>
                  <a:pt x="0" y="51217"/>
                  <a:pt x="33467" y="0"/>
                  <a:pt x="74689" y="0"/>
                </a:cubicBezTo>
                <a:close/>
              </a:path>
            </a:pathLst>
          </a:custGeom>
          <a:solidFill>
            <a:srgbClr val="0D9488">
              <a:alpha val="10196"/>
            </a:srgbClr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469384" y="444809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27" name="Text 24"/>
          <p:cNvSpPr/>
          <p:nvPr/>
        </p:nvSpPr>
        <p:spPr>
          <a:xfrm>
            <a:off x="9469384" y="3634026"/>
            <a:ext cx="349237" cy="32837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9469384" y="4474403"/>
            <a:ext cx="412735" cy="32837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10017071" y="4471228"/>
            <a:ext cx="1793809" cy="33472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Final Checkout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9374134" y="2657475"/>
            <a:ext cx="2663877" cy="666750"/>
          </a:xfrm>
          <a:custGeom>
            <a:avLst/>
            <a:gdLst/>
            <a:ahLst/>
            <a:cxnLst/>
            <a:rect l="l" t="t" r="r" b="b"/>
            <a:pathLst>
              <a:path w="2663877" h="666750">
                <a:moveTo>
                  <a:pt x="74689" y="0"/>
                </a:moveTo>
                <a:lnTo>
                  <a:pt x="2589189" y="0"/>
                </a:lnTo>
                <a:cubicBezTo>
                  <a:pt x="2630438" y="0"/>
                  <a:pt x="2663877" y="51174"/>
                  <a:pt x="2663877" y="114301"/>
                </a:cubicBezTo>
                <a:lnTo>
                  <a:pt x="2663877" y="552449"/>
                </a:lnTo>
                <a:cubicBezTo>
                  <a:pt x="2663877" y="615576"/>
                  <a:pt x="2630438" y="666750"/>
                  <a:pt x="2589189" y="666750"/>
                </a:cubicBezTo>
                <a:lnTo>
                  <a:pt x="74689" y="666750"/>
                </a:lnTo>
                <a:cubicBezTo>
                  <a:pt x="33439" y="666750"/>
                  <a:pt x="0" y="615576"/>
                  <a:pt x="0" y="552449"/>
                </a:cubicBezTo>
                <a:lnTo>
                  <a:pt x="0" y="114301"/>
                </a:lnTo>
                <a:cubicBezTo>
                  <a:pt x="0" y="51217"/>
                  <a:pt x="33467" y="0"/>
                  <a:pt x="74689" y="0"/>
                </a:cubicBezTo>
                <a:close/>
              </a:path>
            </a:pathLst>
          </a:custGeom>
          <a:solidFill>
            <a:srgbClr val="0D9488">
              <a:alpha val="10196"/>
            </a:srgbClr>
          </a:solidFill>
          <a:ln w="25400">
            <a:solidFill>
              <a:srgbClr val="0D9488"/>
            </a:solidFill>
            <a:prstDash val="solid"/>
          </a:ln>
        </p:spPr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4C9F40B2-50BE-39C5-7A42-CC71364A2F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8" y="1114430"/>
            <a:ext cx="8886763" cy="5394326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5D38DF22-A8C8-2C91-E1E4-0C208F4EDC45}"/>
              </a:ext>
            </a:extLst>
          </p:cNvPr>
          <p:cNvSpPr txBox="1"/>
          <p:nvPr/>
        </p:nvSpPr>
        <p:spPr>
          <a:xfrm>
            <a:off x="9359846" y="1327150"/>
            <a:ext cx="26638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Quattrocento Sans" panose="020B0502050000020003" pitchFamily="34" charset="0"/>
              </a:rPr>
              <a:t>Checkout Features</a:t>
            </a: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2857" y="399143"/>
            <a:ext cx="72571" cy="290286"/>
          </a:xfrm>
          <a:custGeom>
            <a:avLst/>
            <a:gdLst/>
            <a:ahLst/>
            <a:cxnLst/>
            <a:rect l="l" t="t" r="r" b="b"/>
            <a:pathLst>
              <a:path w="72571" h="290286">
                <a:moveTo>
                  <a:pt x="36286" y="0"/>
                </a:moveTo>
                <a:lnTo>
                  <a:pt x="36286" y="0"/>
                </a:lnTo>
                <a:cubicBezTo>
                  <a:pt x="56312" y="0"/>
                  <a:pt x="72571" y="16259"/>
                  <a:pt x="72571" y="36286"/>
                </a:cubicBezTo>
                <a:lnTo>
                  <a:pt x="72571" y="254000"/>
                </a:lnTo>
                <a:cubicBezTo>
                  <a:pt x="72571" y="274040"/>
                  <a:pt x="56326" y="290286"/>
                  <a:pt x="36286" y="290286"/>
                </a:cubicBezTo>
                <a:lnTo>
                  <a:pt x="36286" y="290286"/>
                </a:lnTo>
                <a:cubicBezTo>
                  <a:pt x="16246" y="290286"/>
                  <a:pt x="0" y="274040"/>
                  <a:pt x="0" y="254000"/>
                </a:cubicBezTo>
                <a:lnTo>
                  <a:pt x="0" y="36286"/>
                </a:lnTo>
                <a:cubicBezTo>
                  <a:pt x="0" y="16259"/>
                  <a:pt x="16259" y="0"/>
                  <a:pt x="36286" y="0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4286" y="362857"/>
            <a:ext cx="2966357" cy="362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71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Order Management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4286" y="689429"/>
            <a:ext cx="11366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Track orders with status updates and comprehensive order history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40615" y="1038684"/>
            <a:ext cx="7941950" cy="5408080"/>
          </a:xfrm>
          <a:custGeom>
            <a:avLst/>
            <a:gdLst/>
            <a:ahLst/>
            <a:cxnLst/>
            <a:rect l="l" t="t" r="r" b="b"/>
            <a:pathLst>
              <a:path w="7941950" h="5408080">
                <a:moveTo>
                  <a:pt x="204982" y="0"/>
                </a:moveTo>
                <a:lnTo>
                  <a:pt x="7736968" y="0"/>
                </a:lnTo>
                <a:cubicBezTo>
                  <a:pt x="7850176" y="0"/>
                  <a:pt x="7941950" y="62093"/>
                  <a:pt x="7941950" y="138688"/>
                </a:cubicBezTo>
                <a:lnTo>
                  <a:pt x="7941950" y="5269393"/>
                </a:lnTo>
                <a:cubicBezTo>
                  <a:pt x="7941950" y="5345988"/>
                  <a:pt x="7850176" y="5408080"/>
                  <a:pt x="7736968" y="5408080"/>
                </a:cubicBezTo>
                <a:lnTo>
                  <a:pt x="204982" y="5408080"/>
                </a:lnTo>
                <a:cubicBezTo>
                  <a:pt x="91773" y="5408080"/>
                  <a:pt x="0" y="5345988"/>
                  <a:pt x="0" y="5269393"/>
                </a:cubicBezTo>
                <a:lnTo>
                  <a:pt x="0" y="138688"/>
                </a:lnTo>
                <a:cubicBezTo>
                  <a:pt x="0" y="62144"/>
                  <a:pt x="91849" y="0"/>
                  <a:pt x="20498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26786" dist="181429" dir="5400000" algn="bl" rotWithShape="0">
              <a:srgbClr val="000000">
                <a:alpha val="10196"/>
              </a:srgbClr>
            </a:outerShdw>
          </a:effectLst>
        </p:spPr>
      </p:sp>
      <p:pic>
        <p:nvPicPr>
          <p:cNvPr id="6" name="Image 0" descr="https://kimi-web-img.moonshot.cn/img/moonshot.cn/kimi-ppt/html-gen/uploads/Order_P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615" y="1038684"/>
            <a:ext cx="7941950" cy="5408080"/>
          </a:xfrm>
          <a:prstGeom prst="roundRect">
            <a:avLst>
              <a:gd name="adj" fmla="val 2581"/>
            </a:avLst>
          </a:prstGeom>
        </p:spPr>
      </p:pic>
      <p:sp>
        <p:nvSpPr>
          <p:cNvPr id="7" name="Shape 4"/>
          <p:cNvSpPr/>
          <p:nvPr/>
        </p:nvSpPr>
        <p:spPr>
          <a:xfrm>
            <a:off x="8186904" y="1759857"/>
            <a:ext cx="4005096" cy="3592286"/>
          </a:xfrm>
          <a:custGeom>
            <a:avLst/>
            <a:gdLst/>
            <a:ahLst/>
            <a:cxnLst/>
            <a:rect l="l" t="t" r="r" b="b"/>
            <a:pathLst>
              <a:path w="4005096" h="3592286">
                <a:moveTo>
                  <a:pt x="103347" y="0"/>
                </a:moveTo>
                <a:lnTo>
                  <a:pt x="3901749" y="0"/>
                </a:lnTo>
                <a:cubicBezTo>
                  <a:pt x="3958826" y="0"/>
                  <a:pt x="4005096" y="64976"/>
                  <a:pt x="4005096" y="145128"/>
                </a:cubicBezTo>
                <a:lnTo>
                  <a:pt x="4005096" y="3447157"/>
                </a:lnTo>
                <a:cubicBezTo>
                  <a:pt x="4005096" y="3527310"/>
                  <a:pt x="3958826" y="3592286"/>
                  <a:pt x="3901749" y="3592286"/>
                </a:cubicBezTo>
                <a:lnTo>
                  <a:pt x="103347" y="3592286"/>
                </a:lnTo>
                <a:cubicBezTo>
                  <a:pt x="46270" y="3592286"/>
                  <a:pt x="0" y="3527310"/>
                  <a:pt x="0" y="3447157"/>
                </a:cubicBezTo>
                <a:lnTo>
                  <a:pt x="0" y="145128"/>
                </a:lnTo>
                <a:cubicBezTo>
                  <a:pt x="0" y="65030"/>
                  <a:pt x="46308" y="0"/>
                  <a:pt x="10334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6071" dist="9071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445440" y="2013857"/>
            <a:ext cx="190500" cy="217714"/>
          </a:xfrm>
          <a:custGeom>
            <a:avLst/>
            <a:gdLst/>
            <a:ahLst/>
            <a:cxnLst/>
            <a:rect l="l" t="t" r="r" b="b"/>
            <a:pathLst>
              <a:path w="190500" h="217714">
                <a:moveTo>
                  <a:pt x="157077" y="54429"/>
                </a:moveTo>
                <a:lnTo>
                  <a:pt x="142492" y="34018"/>
                </a:lnTo>
                <a:lnTo>
                  <a:pt x="48050" y="34018"/>
                </a:lnTo>
                <a:lnTo>
                  <a:pt x="33465" y="54429"/>
                </a:lnTo>
                <a:lnTo>
                  <a:pt x="157077" y="54429"/>
                </a:lnTo>
                <a:close/>
                <a:moveTo>
                  <a:pt x="0" y="63146"/>
                </a:moveTo>
                <a:cubicBezTo>
                  <a:pt x="0" y="57490"/>
                  <a:pt x="1786" y="51962"/>
                  <a:pt x="5060" y="47327"/>
                </a:cubicBezTo>
                <a:lnTo>
                  <a:pt x="25896" y="18200"/>
                </a:lnTo>
                <a:cubicBezTo>
                  <a:pt x="30999" y="11056"/>
                  <a:pt x="39248" y="6804"/>
                  <a:pt x="48008" y="6804"/>
                </a:cubicBezTo>
                <a:lnTo>
                  <a:pt x="142450" y="6804"/>
                </a:lnTo>
                <a:cubicBezTo>
                  <a:pt x="151252" y="6804"/>
                  <a:pt x="159501" y="11056"/>
                  <a:pt x="164604" y="18200"/>
                </a:cubicBezTo>
                <a:lnTo>
                  <a:pt x="185397" y="47327"/>
                </a:lnTo>
                <a:cubicBezTo>
                  <a:pt x="188714" y="51962"/>
                  <a:pt x="190457" y="57490"/>
                  <a:pt x="190457" y="63146"/>
                </a:cubicBezTo>
                <a:lnTo>
                  <a:pt x="190500" y="176893"/>
                </a:lnTo>
                <a:cubicBezTo>
                  <a:pt x="190500" y="191903"/>
                  <a:pt x="178296" y="204107"/>
                  <a:pt x="163286" y="204107"/>
                </a:cubicBezTo>
                <a:lnTo>
                  <a:pt x="27214" y="204107"/>
                </a:lnTo>
                <a:cubicBezTo>
                  <a:pt x="12204" y="204107"/>
                  <a:pt x="0" y="191903"/>
                  <a:pt x="0" y="176893"/>
                </a:cubicBezTo>
                <a:lnTo>
                  <a:pt x="0" y="63146"/>
                </a:ln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9" name="Text 6"/>
          <p:cNvSpPr/>
          <p:nvPr/>
        </p:nvSpPr>
        <p:spPr>
          <a:xfrm>
            <a:off x="8767476" y="1868714"/>
            <a:ext cx="3125107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14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Order Tracking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404619" y="2449286"/>
            <a:ext cx="3601357" cy="798286"/>
          </a:xfrm>
          <a:custGeom>
            <a:avLst/>
            <a:gdLst/>
            <a:ahLst/>
            <a:cxnLst/>
            <a:rect l="l" t="t" r="r" b="b"/>
            <a:pathLst>
              <a:path w="3601357" h="798286">
                <a:moveTo>
                  <a:pt x="75551" y="0"/>
                </a:moveTo>
                <a:lnTo>
                  <a:pt x="3525806" y="0"/>
                </a:lnTo>
                <a:cubicBezTo>
                  <a:pt x="3567532" y="0"/>
                  <a:pt x="3601357" y="48736"/>
                  <a:pt x="3601357" y="108854"/>
                </a:cubicBezTo>
                <a:lnTo>
                  <a:pt x="3601357" y="689431"/>
                </a:lnTo>
                <a:cubicBezTo>
                  <a:pt x="3601357" y="749550"/>
                  <a:pt x="3567532" y="798286"/>
                  <a:pt x="3525806" y="798286"/>
                </a:cubicBezTo>
                <a:lnTo>
                  <a:pt x="75551" y="798286"/>
                </a:lnTo>
                <a:cubicBezTo>
                  <a:pt x="33825" y="798286"/>
                  <a:pt x="0" y="749550"/>
                  <a:pt x="0" y="689431"/>
                </a:cubicBezTo>
                <a:lnTo>
                  <a:pt x="0" y="108854"/>
                </a:lnTo>
                <a:cubicBezTo>
                  <a:pt x="0" y="48776"/>
                  <a:pt x="33853" y="0"/>
                  <a:pt x="75551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11" name="Shape 8"/>
          <p:cNvSpPr/>
          <p:nvPr/>
        </p:nvSpPr>
        <p:spPr>
          <a:xfrm>
            <a:off x="8549761" y="2594429"/>
            <a:ext cx="435429" cy="435429"/>
          </a:xfrm>
          <a:custGeom>
            <a:avLst/>
            <a:gdLst/>
            <a:ahLst/>
            <a:cxnLst/>
            <a:rect l="l" t="t" r="r" b="b"/>
            <a:pathLst>
              <a:path w="435429" h="435429">
                <a:moveTo>
                  <a:pt x="108857" y="0"/>
                </a:moveTo>
                <a:lnTo>
                  <a:pt x="326571" y="0"/>
                </a:lnTo>
                <a:cubicBezTo>
                  <a:pt x="386692" y="0"/>
                  <a:pt x="435429" y="48737"/>
                  <a:pt x="435429" y="108857"/>
                </a:cubicBezTo>
                <a:lnTo>
                  <a:pt x="435429" y="326571"/>
                </a:lnTo>
                <a:cubicBezTo>
                  <a:pt x="435429" y="386692"/>
                  <a:pt x="386692" y="435429"/>
                  <a:pt x="326571" y="435429"/>
                </a:cubicBezTo>
                <a:lnTo>
                  <a:pt x="108857" y="435429"/>
                </a:lnTo>
                <a:cubicBezTo>
                  <a:pt x="48737" y="435429"/>
                  <a:pt x="0" y="386692"/>
                  <a:pt x="0" y="326571"/>
                </a:cubicBezTo>
                <a:lnTo>
                  <a:pt x="0" y="108857"/>
                </a:lnTo>
                <a:cubicBezTo>
                  <a:pt x="0" y="48777"/>
                  <a:pt x="48777" y="0"/>
                  <a:pt x="108857" y="0"/>
                </a:cubicBezTo>
                <a:close/>
              </a:path>
            </a:pathLst>
          </a:custGeom>
          <a:solidFill>
            <a:srgbClr val="0D9488">
              <a:alpha val="10196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8658619" y="2703286"/>
            <a:ext cx="217714" cy="217714"/>
          </a:xfrm>
          <a:custGeom>
            <a:avLst/>
            <a:gdLst/>
            <a:ahLst/>
            <a:cxnLst/>
            <a:rect l="l" t="t" r="r" b="b"/>
            <a:pathLst>
              <a:path w="217714" h="217714">
                <a:moveTo>
                  <a:pt x="91295" y="298"/>
                </a:moveTo>
                <a:cubicBezTo>
                  <a:pt x="98652" y="1871"/>
                  <a:pt x="103329" y="9100"/>
                  <a:pt x="101756" y="16456"/>
                </a:cubicBezTo>
                <a:lnTo>
                  <a:pt x="93634" y="54429"/>
                </a:lnTo>
                <a:lnTo>
                  <a:pt x="147425" y="54429"/>
                </a:lnTo>
                <a:lnTo>
                  <a:pt x="156780" y="10758"/>
                </a:lnTo>
                <a:cubicBezTo>
                  <a:pt x="158353" y="3402"/>
                  <a:pt x="165582" y="-1276"/>
                  <a:pt x="172938" y="298"/>
                </a:cubicBezTo>
                <a:cubicBezTo>
                  <a:pt x="180295" y="1871"/>
                  <a:pt x="184972" y="9100"/>
                  <a:pt x="183399" y="16456"/>
                </a:cubicBezTo>
                <a:lnTo>
                  <a:pt x="175277" y="54429"/>
                </a:lnTo>
                <a:lnTo>
                  <a:pt x="204107" y="54429"/>
                </a:lnTo>
                <a:cubicBezTo>
                  <a:pt x="211634" y="54429"/>
                  <a:pt x="217714" y="60509"/>
                  <a:pt x="217714" y="68036"/>
                </a:cubicBezTo>
                <a:cubicBezTo>
                  <a:pt x="217714" y="75562"/>
                  <a:pt x="211634" y="81643"/>
                  <a:pt x="204107" y="81643"/>
                </a:cubicBezTo>
                <a:lnTo>
                  <a:pt x="169409" y="81643"/>
                </a:lnTo>
                <a:lnTo>
                  <a:pt x="157758" y="136071"/>
                </a:lnTo>
                <a:lnTo>
                  <a:pt x="186588" y="136071"/>
                </a:lnTo>
                <a:cubicBezTo>
                  <a:pt x="194114" y="136071"/>
                  <a:pt x="200195" y="142152"/>
                  <a:pt x="200195" y="149679"/>
                </a:cubicBezTo>
                <a:cubicBezTo>
                  <a:pt x="200195" y="157205"/>
                  <a:pt x="194114" y="163286"/>
                  <a:pt x="186588" y="163286"/>
                </a:cubicBezTo>
                <a:lnTo>
                  <a:pt x="151890" y="163286"/>
                </a:lnTo>
                <a:lnTo>
                  <a:pt x="142535" y="206956"/>
                </a:lnTo>
                <a:cubicBezTo>
                  <a:pt x="140961" y="214313"/>
                  <a:pt x="133733" y="218990"/>
                  <a:pt x="126376" y="217417"/>
                </a:cubicBezTo>
                <a:cubicBezTo>
                  <a:pt x="119020" y="215843"/>
                  <a:pt x="114343" y="208615"/>
                  <a:pt x="115916" y="201258"/>
                </a:cubicBezTo>
                <a:lnTo>
                  <a:pt x="124038" y="163286"/>
                </a:lnTo>
                <a:lnTo>
                  <a:pt x="70247" y="163286"/>
                </a:lnTo>
                <a:lnTo>
                  <a:pt x="60892" y="206956"/>
                </a:lnTo>
                <a:cubicBezTo>
                  <a:pt x="59319" y="214313"/>
                  <a:pt x="52090" y="218990"/>
                  <a:pt x="44733" y="217417"/>
                </a:cubicBezTo>
                <a:cubicBezTo>
                  <a:pt x="37377" y="215843"/>
                  <a:pt x="32700" y="208615"/>
                  <a:pt x="34273" y="201258"/>
                </a:cubicBezTo>
                <a:lnTo>
                  <a:pt x="42437" y="163286"/>
                </a:lnTo>
                <a:lnTo>
                  <a:pt x="13607" y="163286"/>
                </a:lnTo>
                <a:cubicBezTo>
                  <a:pt x="6081" y="163286"/>
                  <a:pt x="0" y="157205"/>
                  <a:pt x="0" y="149679"/>
                </a:cubicBezTo>
                <a:cubicBezTo>
                  <a:pt x="0" y="142152"/>
                  <a:pt x="6081" y="136071"/>
                  <a:pt x="13607" y="136071"/>
                </a:cubicBezTo>
                <a:lnTo>
                  <a:pt x="48305" y="136071"/>
                </a:lnTo>
                <a:lnTo>
                  <a:pt x="59956" y="81643"/>
                </a:lnTo>
                <a:lnTo>
                  <a:pt x="31126" y="81643"/>
                </a:lnTo>
                <a:cubicBezTo>
                  <a:pt x="23600" y="81643"/>
                  <a:pt x="17519" y="75562"/>
                  <a:pt x="17519" y="68036"/>
                </a:cubicBezTo>
                <a:cubicBezTo>
                  <a:pt x="17519" y="60509"/>
                  <a:pt x="23600" y="54429"/>
                  <a:pt x="31126" y="54429"/>
                </a:cubicBezTo>
                <a:lnTo>
                  <a:pt x="65825" y="54429"/>
                </a:lnTo>
                <a:lnTo>
                  <a:pt x="75179" y="10758"/>
                </a:lnTo>
                <a:cubicBezTo>
                  <a:pt x="76710" y="3402"/>
                  <a:pt x="83939" y="-1276"/>
                  <a:pt x="91295" y="298"/>
                </a:cubicBezTo>
                <a:close/>
                <a:moveTo>
                  <a:pt x="87766" y="81643"/>
                </a:moveTo>
                <a:lnTo>
                  <a:pt x="76115" y="136071"/>
                </a:lnTo>
                <a:lnTo>
                  <a:pt x="129906" y="136071"/>
                </a:lnTo>
                <a:lnTo>
                  <a:pt x="141557" y="81643"/>
                </a:lnTo>
                <a:lnTo>
                  <a:pt x="87766" y="81643"/>
                </a:ln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13" name="Text 10"/>
          <p:cNvSpPr/>
          <p:nvPr/>
        </p:nvSpPr>
        <p:spPr>
          <a:xfrm>
            <a:off x="9130333" y="2594429"/>
            <a:ext cx="263071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6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Order ID System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9130333" y="2884713"/>
            <a:ext cx="2621643" cy="417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Unique order identifiers for easy tracking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8404619" y="3392714"/>
            <a:ext cx="3601357" cy="798286"/>
          </a:xfrm>
          <a:custGeom>
            <a:avLst/>
            <a:gdLst/>
            <a:ahLst/>
            <a:cxnLst/>
            <a:rect l="l" t="t" r="r" b="b"/>
            <a:pathLst>
              <a:path w="3601357" h="798286">
                <a:moveTo>
                  <a:pt x="75551" y="0"/>
                </a:moveTo>
                <a:lnTo>
                  <a:pt x="3525806" y="0"/>
                </a:lnTo>
                <a:cubicBezTo>
                  <a:pt x="3567532" y="0"/>
                  <a:pt x="3601357" y="48736"/>
                  <a:pt x="3601357" y="108854"/>
                </a:cubicBezTo>
                <a:lnTo>
                  <a:pt x="3601357" y="689431"/>
                </a:lnTo>
                <a:cubicBezTo>
                  <a:pt x="3601357" y="749550"/>
                  <a:pt x="3567532" y="798286"/>
                  <a:pt x="3525806" y="798286"/>
                </a:cubicBezTo>
                <a:lnTo>
                  <a:pt x="75551" y="798286"/>
                </a:lnTo>
                <a:cubicBezTo>
                  <a:pt x="33825" y="798286"/>
                  <a:pt x="0" y="749550"/>
                  <a:pt x="0" y="689431"/>
                </a:cubicBezTo>
                <a:lnTo>
                  <a:pt x="0" y="108854"/>
                </a:lnTo>
                <a:cubicBezTo>
                  <a:pt x="0" y="48776"/>
                  <a:pt x="33853" y="0"/>
                  <a:pt x="75551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16" name="Shape 13"/>
          <p:cNvSpPr/>
          <p:nvPr/>
        </p:nvSpPr>
        <p:spPr>
          <a:xfrm>
            <a:off x="8549761" y="3537857"/>
            <a:ext cx="435429" cy="435429"/>
          </a:xfrm>
          <a:custGeom>
            <a:avLst/>
            <a:gdLst/>
            <a:ahLst/>
            <a:cxnLst/>
            <a:rect l="l" t="t" r="r" b="b"/>
            <a:pathLst>
              <a:path w="435429" h="435429">
                <a:moveTo>
                  <a:pt x="108857" y="0"/>
                </a:moveTo>
                <a:lnTo>
                  <a:pt x="326571" y="0"/>
                </a:lnTo>
                <a:cubicBezTo>
                  <a:pt x="386692" y="0"/>
                  <a:pt x="435429" y="48737"/>
                  <a:pt x="435429" y="108857"/>
                </a:cubicBezTo>
                <a:lnTo>
                  <a:pt x="435429" y="326571"/>
                </a:lnTo>
                <a:cubicBezTo>
                  <a:pt x="435429" y="386692"/>
                  <a:pt x="386692" y="435429"/>
                  <a:pt x="326571" y="435429"/>
                </a:cubicBezTo>
                <a:lnTo>
                  <a:pt x="108857" y="435429"/>
                </a:lnTo>
                <a:cubicBezTo>
                  <a:pt x="48737" y="435429"/>
                  <a:pt x="0" y="386692"/>
                  <a:pt x="0" y="326571"/>
                </a:cubicBezTo>
                <a:lnTo>
                  <a:pt x="0" y="108857"/>
                </a:lnTo>
                <a:cubicBezTo>
                  <a:pt x="0" y="48777"/>
                  <a:pt x="48777" y="0"/>
                  <a:pt x="108857" y="0"/>
                </a:cubicBezTo>
                <a:close/>
              </a:path>
            </a:pathLst>
          </a:custGeom>
          <a:solidFill>
            <a:srgbClr val="14B8A6">
              <a:alpha val="10196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8672226" y="3646714"/>
            <a:ext cx="190500" cy="217714"/>
          </a:xfrm>
          <a:custGeom>
            <a:avLst/>
            <a:gdLst/>
            <a:ahLst/>
            <a:cxnLst/>
            <a:rect l="l" t="t" r="r" b="b"/>
            <a:pathLst>
              <a:path w="190500" h="217714">
                <a:moveTo>
                  <a:pt x="54429" y="0"/>
                </a:moveTo>
                <a:cubicBezTo>
                  <a:pt x="61955" y="0"/>
                  <a:pt x="68036" y="6081"/>
                  <a:pt x="68036" y="13607"/>
                </a:cubicBezTo>
                <a:lnTo>
                  <a:pt x="68036" y="27214"/>
                </a:lnTo>
                <a:lnTo>
                  <a:pt x="122464" y="27214"/>
                </a:lnTo>
                <a:lnTo>
                  <a:pt x="122464" y="13607"/>
                </a:lnTo>
                <a:cubicBezTo>
                  <a:pt x="122464" y="6081"/>
                  <a:pt x="128545" y="0"/>
                  <a:pt x="136071" y="0"/>
                </a:cubicBezTo>
                <a:cubicBezTo>
                  <a:pt x="143598" y="0"/>
                  <a:pt x="149679" y="6081"/>
                  <a:pt x="149679" y="13607"/>
                </a:cubicBezTo>
                <a:lnTo>
                  <a:pt x="149679" y="27214"/>
                </a:lnTo>
                <a:lnTo>
                  <a:pt x="163286" y="27214"/>
                </a:lnTo>
                <a:cubicBezTo>
                  <a:pt x="178296" y="27214"/>
                  <a:pt x="190500" y="39418"/>
                  <a:pt x="190500" y="54429"/>
                </a:cubicBezTo>
                <a:lnTo>
                  <a:pt x="190500" y="176893"/>
                </a:lnTo>
                <a:cubicBezTo>
                  <a:pt x="190500" y="191903"/>
                  <a:pt x="178296" y="204107"/>
                  <a:pt x="163286" y="204107"/>
                </a:cubicBezTo>
                <a:lnTo>
                  <a:pt x="27214" y="204107"/>
                </a:lnTo>
                <a:cubicBezTo>
                  <a:pt x="12204" y="204107"/>
                  <a:pt x="0" y="191903"/>
                  <a:pt x="0" y="176893"/>
                </a:cubicBezTo>
                <a:lnTo>
                  <a:pt x="0" y="54429"/>
                </a:lnTo>
                <a:cubicBezTo>
                  <a:pt x="0" y="39418"/>
                  <a:pt x="12204" y="27214"/>
                  <a:pt x="27214" y="27214"/>
                </a:cubicBezTo>
                <a:lnTo>
                  <a:pt x="40821" y="27214"/>
                </a:lnTo>
                <a:lnTo>
                  <a:pt x="40821" y="13607"/>
                </a:lnTo>
                <a:cubicBezTo>
                  <a:pt x="40821" y="6081"/>
                  <a:pt x="46902" y="0"/>
                  <a:pt x="54429" y="0"/>
                </a:cubicBezTo>
                <a:close/>
                <a:moveTo>
                  <a:pt x="27214" y="102054"/>
                </a:moveTo>
                <a:lnTo>
                  <a:pt x="27214" y="115661"/>
                </a:lnTo>
                <a:cubicBezTo>
                  <a:pt x="27214" y="119403"/>
                  <a:pt x="30276" y="122464"/>
                  <a:pt x="34018" y="122464"/>
                </a:cubicBezTo>
                <a:lnTo>
                  <a:pt x="47625" y="122464"/>
                </a:lnTo>
                <a:cubicBezTo>
                  <a:pt x="51367" y="122464"/>
                  <a:pt x="54429" y="119403"/>
                  <a:pt x="54429" y="115661"/>
                </a:cubicBezTo>
                <a:lnTo>
                  <a:pt x="54429" y="102054"/>
                </a:lnTo>
                <a:cubicBezTo>
                  <a:pt x="54429" y="98312"/>
                  <a:pt x="51367" y="95250"/>
                  <a:pt x="47625" y="95250"/>
                </a:cubicBezTo>
                <a:lnTo>
                  <a:pt x="34018" y="95250"/>
                </a:lnTo>
                <a:cubicBezTo>
                  <a:pt x="30276" y="95250"/>
                  <a:pt x="27214" y="98312"/>
                  <a:pt x="27214" y="102054"/>
                </a:cubicBezTo>
                <a:close/>
                <a:moveTo>
                  <a:pt x="81643" y="102054"/>
                </a:moveTo>
                <a:lnTo>
                  <a:pt x="81643" y="115661"/>
                </a:lnTo>
                <a:cubicBezTo>
                  <a:pt x="81643" y="119403"/>
                  <a:pt x="84704" y="122464"/>
                  <a:pt x="88446" y="122464"/>
                </a:cubicBezTo>
                <a:lnTo>
                  <a:pt x="102054" y="122464"/>
                </a:lnTo>
                <a:cubicBezTo>
                  <a:pt x="105796" y="122464"/>
                  <a:pt x="108857" y="119403"/>
                  <a:pt x="108857" y="115661"/>
                </a:cubicBezTo>
                <a:lnTo>
                  <a:pt x="108857" y="102054"/>
                </a:lnTo>
                <a:cubicBezTo>
                  <a:pt x="108857" y="98312"/>
                  <a:pt x="105796" y="95250"/>
                  <a:pt x="102054" y="95250"/>
                </a:cubicBezTo>
                <a:lnTo>
                  <a:pt x="88446" y="95250"/>
                </a:lnTo>
                <a:cubicBezTo>
                  <a:pt x="84704" y="95250"/>
                  <a:pt x="81643" y="98312"/>
                  <a:pt x="81643" y="102054"/>
                </a:cubicBezTo>
                <a:close/>
                <a:moveTo>
                  <a:pt x="142875" y="95250"/>
                </a:moveTo>
                <a:cubicBezTo>
                  <a:pt x="139133" y="95250"/>
                  <a:pt x="136071" y="98312"/>
                  <a:pt x="136071" y="102054"/>
                </a:cubicBezTo>
                <a:lnTo>
                  <a:pt x="136071" y="115661"/>
                </a:lnTo>
                <a:cubicBezTo>
                  <a:pt x="136071" y="119403"/>
                  <a:pt x="139133" y="122464"/>
                  <a:pt x="142875" y="122464"/>
                </a:cubicBezTo>
                <a:lnTo>
                  <a:pt x="156482" y="122464"/>
                </a:lnTo>
                <a:cubicBezTo>
                  <a:pt x="160224" y="122464"/>
                  <a:pt x="163286" y="119403"/>
                  <a:pt x="163286" y="115661"/>
                </a:cubicBezTo>
                <a:lnTo>
                  <a:pt x="163286" y="102054"/>
                </a:lnTo>
                <a:cubicBezTo>
                  <a:pt x="163286" y="98312"/>
                  <a:pt x="160224" y="95250"/>
                  <a:pt x="156482" y="95250"/>
                </a:cubicBezTo>
                <a:lnTo>
                  <a:pt x="142875" y="95250"/>
                </a:lnTo>
                <a:close/>
                <a:moveTo>
                  <a:pt x="27214" y="156482"/>
                </a:moveTo>
                <a:lnTo>
                  <a:pt x="27214" y="170089"/>
                </a:lnTo>
                <a:cubicBezTo>
                  <a:pt x="27214" y="173831"/>
                  <a:pt x="30276" y="176893"/>
                  <a:pt x="34018" y="176893"/>
                </a:cubicBezTo>
                <a:lnTo>
                  <a:pt x="47625" y="176893"/>
                </a:lnTo>
                <a:cubicBezTo>
                  <a:pt x="51367" y="176893"/>
                  <a:pt x="54429" y="173831"/>
                  <a:pt x="54429" y="170089"/>
                </a:cubicBezTo>
                <a:lnTo>
                  <a:pt x="54429" y="156482"/>
                </a:lnTo>
                <a:cubicBezTo>
                  <a:pt x="54429" y="152740"/>
                  <a:pt x="51367" y="149679"/>
                  <a:pt x="47625" y="149679"/>
                </a:cubicBezTo>
                <a:lnTo>
                  <a:pt x="34018" y="149679"/>
                </a:lnTo>
                <a:cubicBezTo>
                  <a:pt x="30276" y="149679"/>
                  <a:pt x="27214" y="152740"/>
                  <a:pt x="27214" y="156482"/>
                </a:cubicBezTo>
                <a:close/>
                <a:moveTo>
                  <a:pt x="88446" y="149679"/>
                </a:moveTo>
                <a:cubicBezTo>
                  <a:pt x="84704" y="149679"/>
                  <a:pt x="81643" y="152740"/>
                  <a:pt x="81643" y="156482"/>
                </a:cubicBezTo>
                <a:lnTo>
                  <a:pt x="81643" y="170089"/>
                </a:lnTo>
                <a:cubicBezTo>
                  <a:pt x="81643" y="173831"/>
                  <a:pt x="84704" y="176893"/>
                  <a:pt x="88446" y="176893"/>
                </a:cubicBezTo>
                <a:lnTo>
                  <a:pt x="102054" y="176893"/>
                </a:lnTo>
                <a:cubicBezTo>
                  <a:pt x="105796" y="176893"/>
                  <a:pt x="108857" y="173831"/>
                  <a:pt x="108857" y="170089"/>
                </a:cubicBezTo>
                <a:lnTo>
                  <a:pt x="108857" y="156482"/>
                </a:lnTo>
                <a:cubicBezTo>
                  <a:pt x="108857" y="152740"/>
                  <a:pt x="105796" y="149679"/>
                  <a:pt x="102054" y="149679"/>
                </a:cubicBezTo>
                <a:lnTo>
                  <a:pt x="88446" y="149679"/>
                </a:lnTo>
                <a:close/>
                <a:moveTo>
                  <a:pt x="136071" y="156482"/>
                </a:moveTo>
                <a:lnTo>
                  <a:pt x="136071" y="170089"/>
                </a:lnTo>
                <a:cubicBezTo>
                  <a:pt x="136071" y="173831"/>
                  <a:pt x="139133" y="176893"/>
                  <a:pt x="142875" y="176893"/>
                </a:cubicBezTo>
                <a:lnTo>
                  <a:pt x="156482" y="176893"/>
                </a:lnTo>
                <a:cubicBezTo>
                  <a:pt x="160224" y="176893"/>
                  <a:pt x="163286" y="173831"/>
                  <a:pt x="163286" y="170089"/>
                </a:cubicBezTo>
                <a:lnTo>
                  <a:pt x="163286" y="156482"/>
                </a:lnTo>
                <a:cubicBezTo>
                  <a:pt x="163286" y="152740"/>
                  <a:pt x="160224" y="149679"/>
                  <a:pt x="156482" y="149679"/>
                </a:cubicBezTo>
                <a:lnTo>
                  <a:pt x="142875" y="149679"/>
                </a:lnTo>
                <a:cubicBezTo>
                  <a:pt x="139133" y="149679"/>
                  <a:pt x="136071" y="152740"/>
                  <a:pt x="136071" y="156482"/>
                </a:cubicBezTo>
                <a:close/>
              </a:path>
            </a:pathLst>
          </a:custGeom>
          <a:solidFill>
            <a:srgbClr val="14B8A6"/>
          </a:solidFill>
          <a:ln/>
        </p:spPr>
      </p:sp>
      <p:sp>
        <p:nvSpPr>
          <p:cNvPr id="18" name="Text 15"/>
          <p:cNvSpPr/>
          <p:nvPr/>
        </p:nvSpPr>
        <p:spPr>
          <a:xfrm>
            <a:off x="9130333" y="3537857"/>
            <a:ext cx="206828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6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Order Dates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9130333" y="3828143"/>
            <a:ext cx="2476560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Track when orders were placed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8404619" y="4336143"/>
            <a:ext cx="3601357" cy="798286"/>
          </a:xfrm>
          <a:custGeom>
            <a:avLst/>
            <a:gdLst/>
            <a:ahLst/>
            <a:cxnLst/>
            <a:rect l="l" t="t" r="r" b="b"/>
            <a:pathLst>
              <a:path w="3601357" h="798286">
                <a:moveTo>
                  <a:pt x="75551" y="0"/>
                </a:moveTo>
                <a:lnTo>
                  <a:pt x="3525806" y="0"/>
                </a:lnTo>
                <a:cubicBezTo>
                  <a:pt x="3567532" y="0"/>
                  <a:pt x="3601357" y="48736"/>
                  <a:pt x="3601357" y="108854"/>
                </a:cubicBezTo>
                <a:lnTo>
                  <a:pt x="3601357" y="689431"/>
                </a:lnTo>
                <a:cubicBezTo>
                  <a:pt x="3601357" y="749550"/>
                  <a:pt x="3567532" y="798286"/>
                  <a:pt x="3525806" y="798286"/>
                </a:cubicBezTo>
                <a:lnTo>
                  <a:pt x="75551" y="798286"/>
                </a:lnTo>
                <a:cubicBezTo>
                  <a:pt x="33825" y="798286"/>
                  <a:pt x="0" y="749550"/>
                  <a:pt x="0" y="689431"/>
                </a:cubicBezTo>
                <a:lnTo>
                  <a:pt x="0" y="108854"/>
                </a:lnTo>
                <a:cubicBezTo>
                  <a:pt x="0" y="48776"/>
                  <a:pt x="33853" y="0"/>
                  <a:pt x="75551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21" name="Shape 18"/>
          <p:cNvSpPr/>
          <p:nvPr/>
        </p:nvSpPr>
        <p:spPr>
          <a:xfrm>
            <a:off x="8549761" y="4481286"/>
            <a:ext cx="435429" cy="435429"/>
          </a:xfrm>
          <a:custGeom>
            <a:avLst/>
            <a:gdLst/>
            <a:ahLst/>
            <a:cxnLst/>
            <a:rect l="l" t="t" r="r" b="b"/>
            <a:pathLst>
              <a:path w="435429" h="435429">
                <a:moveTo>
                  <a:pt x="108857" y="0"/>
                </a:moveTo>
                <a:lnTo>
                  <a:pt x="326571" y="0"/>
                </a:lnTo>
                <a:cubicBezTo>
                  <a:pt x="386692" y="0"/>
                  <a:pt x="435429" y="48737"/>
                  <a:pt x="435429" y="108857"/>
                </a:cubicBezTo>
                <a:lnTo>
                  <a:pt x="435429" y="326571"/>
                </a:lnTo>
                <a:cubicBezTo>
                  <a:pt x="435429" y="386692"/>
                  <a:pt x="386692" y="435429"/>
                  <a:pt x="326571" y="435429"/>
                </a:cubicBezTo>
                <a:lnTo>
                  <a:pt x="108857" y="435429"/>
                </a:lnTo>
                <a:cubicBezTo>
                  <a:pt x="48737" y="435429"/>
                  <a:pt x="0" y="386692"/>
                  <a:pt x="0" y="326571"/>
                </a:cubicBezTo>
                <a:lnTo>
                  <a:pt x="0" y="108857"/>
                </a:lnTo>
                <a:cubicBezTo>
                  <a:pt x="0" y="48777"/>
                  <a:pt x="48777" y="0"/>
                  <a:pt x="108857" y="0"/>
                </a:cubicBezTo>
                <a:close/>
              </a:path>
            </a:pathLst>
          </a:custGeom>
          <a:solidFill>
            <a:srgbClr val="0D9488">
              <a:alpha val="10196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8658619" y="4590143"/>
            <a:ext cx="217714" cy="217714"/>
          </a:xfrm>
          <a:custGeom>
            <a:avLst/>
            <a:gdLst/>
            <a:ahLst/>
            <a:cxnLst/>
            <a:rect l="l" t="t" r="r" b="b"/>
            <a:pathLst>
              <a:path w="217714" h="217714">
                <a:moveTo>
                  <a:pt x="108857" y="217714"/>
                </a:moveTo>
                <a:cubicBezTo>
                  <a:pt x="168937" y="217714"/>
                  <a:pt x="217714" y="168937"/>
                  <a:pt x="217714" y="108857"/>
                </a:cubicBezTo>
                <a:cubicBezTo>
                  <a:pt x="217714" y="48777"/>
                  <a:pt x="168937" y="0"/>
                  <a:pt x="108857" y="0"/>
                </a:cubicBezTo>
                <a:cubicBezTo>
                  <a:pt x="48777" y="0"/>
                  <a:pt x="0" y="48777"/>
                  <a:pt x="0" y="108857"/>
                </a:cubicBezTo>
                <a:cubicBezTo>
                  <a:pt x="0" y="168937"/>
                  <a:pt x="48777" y="217714"/>
                  <a:pt x="108857" y="217714"/>
                </a:cubicBezTo>
                <a:close/>
                <a:moveTo>
                  <a:pt x="95250" y="68036"/>
                </a:moveTo>
                <a:cubicBezTo>
                  <a:pt x="95250" y="60526"/>
                  <a:pt x="101347" y="54429"/>
                  <a:pt x="108857" y="54429"/>
                </a:cubicBezTo>
                <a:cubicBezTo>
                  <a:pt x="116367" y="54429"/>
                  <a:pt x="122464" y="60526"/>
                  <a:pt x="122464" y="68036"/>
                </a:cubicBezTo>
                <a:cubicBezTo>
                  <a:pt x="122464" y="75546"/>
                  <a:pt x="116367" y="81643"/>
                  <a:pt x="108857" y="81643"/>
                </a:cubicBezTo>
                <a:cubicBezTo>
                  <a:pt x="101347" y="81643"/>
                  <a:pt x="95250" y="75546"/>
                  <a:pt x="95250" y="68036"/>
                </a:cubicBezTo>
                <a:close/>
                <a:moveTo>
                  <a:pt x="91848" y="95250"/>
                </a:moveTo>
                <a:lnTo>
                  <a:pt x="112259" y="95250"/>
                </a:lnTo>
                <a:cubicBezTo>
                  <a:pt x="117914" y="95250"/>
                  <a:pt x="122464" y="99800"/>
                  <a:pt x="122464" y="105455"/>
                </a:cubicBezTo>
                <a:lnTo>
                  <a:pt x="122464" y="142875"/>
                </a:lnTo>
                <a:lnTo>
                  <a:pt x="125866" y="142875"/>
                </a:lnTo>
                <a:cubicBezTo>
                  <a:pt x="131522" y="142875"/>
                  <a:pt x="136071" y="147425"/>
                  <a:pt x="136071" y="153080"/>
                </a:cubicBezTo>
                <a:cubicBezTo>
                  <a:pt x="136071" y="158736"/>
                  <a:pt x="131522" y="163286"/>
                  <a:pt x="125866" y="163286"/>
                </a:cubicBezTo>
                <a:lnTo>
                  <a:pt x="91848" y="163286"/>
                </a:lnTo>
                <a:cubicBezTo>
                  <a:pt x="86193" y="163286"/>
                  <a:pt x="81643" y="158736"/>
                  <a:pt x="81643" y="153080"/>
                </a:cubicBezTo>
                <a:cubicBezTo>
                  <a:pt x="81643" y="147425"/>
                  <a:pt x="86193" y="142875"/>
                  <a:pt x="91848" y="142875"/>
                </a:cubicBezTo>
                <a:lnTo>
                  <a:pt x="102054" y="142875"/>
                </a:lnTo>
                <a:lnTo>
                  <a:pt x="102054" y="115661"/>
                </a:lnTo>
                <a:lnTo>
                  <a:pt x="91848" y="115661"/>
                </a:lnTo>
                <a:cubicBezTo>
                  <a:pt x="86193" y="115661"/>
                  <a:pt x="81643" y="111111"/>
                  <a:pt x="81643" y="105455"/>
                </a:cubicBezTo>
                <a:cubicBezTo>
                  <a:pt x="81643" y="99800"/>
                  <a:pt x="86193" y="95250"/>
                  <a:pt x="91848" y="95250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23" name="Text 20"/>
          <p:cNvSpPr/>
          <p:nvPr/>
        </p:nvSpPr>
        <p:spPr>
          <a:xfrm>
            <a:off x="9130333" y="4481286"/>
            <a:ext cx="287564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6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Status Updates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9130333" y="4771570"/>
            <a:ext cx="2866571" cy="399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order status (Pending, Completed)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6413500" y="5134429"/>
            <a:ext cx="217714" cy="217714"/>
          </a:xfrm>
          <a:custGeom>
            <a:avLst/>
            <a:gdLst/>
            <a:ahLst/>
            <a:cxnLst/>
            <a:rect l="l" t="t" r="r" b="b"/>
            <a:pathLst>
              <a:path w="217714" h="217714">
                <a:moveTo>
                  <a:pt x="169664" y="163371"/>
                </a:moveTo>
                <a:cubicBezTo>
                  <a:pt x="160267" y="147042"/>
                  <a:pt x="142620" y="136071"/>
                  <a:pt x="122464" y="136071"/>
                </a:cubicBezTo>
                <a:lnTo>
                  <a:pt x="95250" y="136071"/>
                </a:lnTo>
                <a:cubicBezTo>
                  <a:pt x="75094" y="136071"/>
                  <a:pt x="57448" y="147042"/>
                  <a:pt x="48050" y="163371"/>
                </a:cubicBezTo>
                <a:cubicBezTo>
                  <a:pt x="63018" y="180040"/>
                  <a:pt x="84704" y="190500"/>
                  <a:pt x="108857" y="190500"/>
                </a:cubicBezTo>
                <a:cubicBezTo>
                  <a:pt x="133010" y="190500"/>
                  <a:pt x="154696" y="179997"/>
                  <a:pt x="169664" y="163371"/>
                </a:cubicBezTo>
                <a:close/>
                <a:moveTo>
                  <a:pt x="0" y="108857"/>
                </a:moveTo>
                <a:cubicBezTo>
                  <a:pt x="0" y="48777"/>
                  <a:pt x="48777" y="0"/>
                  <a:pt x="108857" y="0"/>
                </a:cubicBezTo>
                <a:cubicBezTo>
                  <a:pt x="168937" y="0"/>
                  <a:pt x="217714" y="48777"/>
                  <a:pt x="217714" y="108857"/>
                </a:cubicBezTo>
                <a:cubicBezTo>
                  <a:pt x="217714" y="168937"/>
                  <a:pt x="168937" y="217714"/>
                  <a:pt x="108857" y="217714"/>
                </a:cubicBezTo>
                <a:cubicBezTo>
                  <a:pt x="48777" y="217714"/>
                  <a:pt x="0" y="168937"/>
                  <a:pt x="0" y="108857"/>
                </a:cubicBezTo>
                <a:close/>
                <a:moveTo>
                  <a:pt x="108857" y="115661"/>
                </a:moveTo>
                <a:cubicBezTo>
                  <a:pt x="125755" y="115661"/>
                  <a:pt x="139473" y="101942"/>
                  <a:pt x="139473" y="85045"/>
                </a:cubicBezTo>
                <a:cubicBezTo>
                  <a:pt x="139473" y="68147"/>
                  <a:pt x="125755" y="54429"/>
                  <a:pt x="108857" y="54429"/>
                </a:cubicBezTo>
                <a:cubicBezTo>
                  <a:pt x="91960" y="54429"/>
                  <a:pt x="78241" y="68147"/>
                  <a:pt x="78241" y="85045"/>
                </a:cubicBezTo>
                <a:cubicBezTo>
                  <a:pt x="78241" y="101942"/>
                  <a:pt x="91960" y="115661"/>
                  <a:pt x="108857" y="11566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6" name="Text 23"/>
          <p:cNvSpPr/>
          <p:nvPr/>
        </p:nvSpPr>
        <p:spPr>
          <a:xfrm>
            <a:off x="6767286" y="5116286"/>
            <a:ext cx="137885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Dashboard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6386286" y="5479143"/>
            <a:ext cx="2576286" cy="762000"/>
          </a:xfrm>
          <a:custGeom>
            <a:avLst/>
            <a:gdLst/>
            <a:ahLst/>
            <a:cxnLst/>
            <a:rect l="l" t="t" r="r" b="b"/>
            <a:pathLst>
              <a:path w="2576286" h="762000">
                <a:moveTo>
                  <a:pt x="108859" y="0"/>
                </a:moveTo>
                <a:lnTo>
                  <a:pt x="2467426" y="0"/>
                </a:lnTo>
                <a:cubicBezTo>
                  <a:pt x="2527548" y="0"/>
                  <a:pt x="2576286" y="48738"/>
                  <a:pt x="2576286" y="108859"/>
                </a:cubicBezTo>
                <a:lnTo>
                  <a:pt x="2576286" y="653141"/>
                </a:lnTo>
                <a:cubicBezTo>
                  <a:pt x="2576286" y="713262"/>
                  <a:pt x="2527548" y="762000"/>
                  <a:pt x="2467426" y="762000"/>
                </a:cubicBezTo>
                <a:lnTo>
                  <a:pt x="108859" y="762000"/>
                </a:lnTo>
                <a:cubicBezTo>
                  <a:pt x="48738" y="762000"/>
                  <a:pt x="0" y="713262"/>
                  <a:pt x="0" y="653141"/>
                </a:cubicBezTo>
                <a:lnTo>
                  <a:pt x="0" y="108859"/>
                </a:lnTo>
                <a:cubicBezTo>
                  <a:pt x="0" y="48778"/>
                  <a:pt x="48778" y="0"/>
                  <a:pt x="108859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6386286" y="6350000"/>
            <a:ext cx="5261429" cy="326571"/>
          </a:xfrm>
          <a:custGeom>
            <a:avLst/>
            <a:gdLst/>
            <a:ahLst/>
            <a:cxnLst/>
            <a:rect l="l" t="t" r="r" b="b"/>
            <a:pathLst>
              <a:path w="5261429" h="326571">
                <a:moveTo>
                  <a:pt x="72571" y="0"/>
                </a:moveTo>
                <a:lnTo>
                  <a:pt x="5188858" y="0"/>
                </a:lnTo>
                <a:cubicBezTo>
                  <a:pt x="5228938" y="0"/>
                  <a:pt x="5261429" y="32491"/>
                  <a:pt x="5261429" y="72571"/>
                </a:cubicBezTo>
                <a:lnTo>
                  <a:pt x="5261429" y="254001"/>
                </a:lnTo>
                <a:cubicBezTo>
                  <a:pt x="5261429" y="294080"/>
                  <a:pt x="5228938" y="326571"/>
                  <a:pt x="5188858" y="326571"/>
                </a:cubicBezTo>
                <a:lnTo>
                  <a:pt x="72571" y="326571"/>
                </a:lnTo>
                <a:cubicBezTo>
                  <a:pt x="32518" y="326571"/>
                  <a:pt x="0" y="294054"/>
                  <a:pt x="0" y="254001"/>
                </a:cubicBezTo>
                <a:lnTo>
                  <a:pt x="0" y="72571"/>
                </a:lnTo>
                <a:cubicBezTo>
                  <a:pt x="0" y="32518"/>
                  <a:pt x="32518" y="0"/>
                  <a:pt x="72571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8422538" y="6446765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0"/>
                </a:moveTo>
                <a:cubicBezTo>
                  <a:pt x="64641" y="0"/>
                  <a:pt x="65782" y="248"/>
                  <a:pt x="66824" y="719"/>
                </a:cubicBezTo>
                <a:lnTo>
                  <a:pt x="113556" y="20538"/>
                </a:lnTo>
                <a:cubicBezTo>
                  <a:pt x="119013" y="22845"/>
                  <a:pt x="123081" y="28228"/>
                  <a:pt x="123056" y="34727"/>
                </a:cubicBezTo>
                <a:cubicBezTo>
                  <a:pt x="122932" y="59333"/>
                  <a:pt x="112812" y="104353"/>
                  <a:pt x="70073" y="124817"/>
                </a:cubicBezTo>
                <a:cubicBezTo>
                  <a:pt x="65931" y="126802"/>
                  <a:pt x="61119" y="126802"/>
                  <a:pt x="56976" y="124817"/>
                </a:cubicBezTo>
                <a:cubicBezTo>
                  <a:pt x="14213" y="104353"/>
                  <a:pt x="4118" y="59333"/>
                  <a:pt x="3994" y="34727"/>
                </a:cubicBezTo>
                <a:cubicBezTo>
                  <a:pt x="3969" y="28228"/>
                  <a:pt x="8037" y="22845"/>
                  <a:pt x="13494" y="20538"/>
                </a:cubicBezTo>
                <a:lnTo>
                  <a:pt x="60201" y="719"/>
                </a:lnTo>
                <a:cubicBezTo>
                  <a:pt x="61243" y="248"/>
                  <a:pt x="62359" y="0"/>
                  <a:pt x="63500" y="0"/>
                </a:cubicBezTo>
                <a:close/>
                <a:moveTo>
                  <a:pt x="63500" y="16570"/>
                </a:moveTo>
                <a:lnTo>
                  <a:pt x="63500" y="110356"/>
                </a:lnTo>
                <a:cubicBezTo>
                  <a:pt x="97730" y="93787"/>
                  <a:pt x="106933" y="57076"/>
                  <a:pt x="107156" y="35099"/>
                </a:cubicBezTo>
                <a:lnTo>
                  <a:pt x="63500" y="16594"/>
                </a:lnTo>
                <a:lnTo>
                  <a:pt x="63500" y="16594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0" name="Text 27"/>
          <p:cNvSpPr/>
          <p:nvPr/>
        </p:nvSpPr>
        <p:spPr>
          <a:xfrm>
            <a:off x="6642230" y="6422571"/>
            <a:ext cx="4964663" cy="181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Standard Member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362857" y="6404429"/>
            <a:ext cx="7719708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Group 05 | Rishat Bin Sultan, Fariha Islam, Nafia Haque Muskan, MD Tamim Hasan</a:t>
            </a:r>
            <a:endParaRPr lang="en-US" sz="16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C577815E-F4C4-A5FF-9A38-1869B23256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615" y="1038683"/>
            <a:ext cx="7941950" cy="5383887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19100"/>
            <a:ext cx="76200" cy="304800"/>
          </a:xfrm>
          <a:custGeom>
            <a:avLst/>
            <a:gdLst/>
            <a:ahLst/>
            <a:cxnLst/>
            <a:rect l="l" t="t" r="r" b="b"/>
            <a:pathLst>
              <a:path w="76200" h="3048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266700"/>
                </a:lnTo>
                <a:cubicBezTo>
                  <a:pt x="76200" y="287728"/>
                  <a:pt x="59128" y="304800"/>
                  <a:pt x="381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71500" y="381000"/>
            <a:ext cx="45434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Wishlist Page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778329"/>
            <a:ext cx="11325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Save products for later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81000" y="1257300"/>
            <a:ext cx="5600700" cy="3581400"/>
          </a:xfrm>
          <a:custGeom>
            <a:avLst/>
            <a:gdLst/>
            <a:ahLst/>
            <a:cxnLst/>
            <a:rect l="l" t="t" r="r" b="b"/>
            <a:pathLst>
              <a:path w="5600700" h="3581400">
                <a:moveTo>
                  <a:pt x="152389" y="0"/>
                </a:moveTo>
                <a:lnTo>
                  <a:pt x="5448311" y="0"/>
                </a:lnTo>
                <a:cubicBezTo>
                  <a:pt x="5532417" y="0"/>
                  <a:pt x="5600700" y="68283"/>
                  <a:pt x="5600700" y="152389"/>
                </a:cubicBezTo>
                <a:lnTo>
                  <a:pt x="5600700" y="3429011"/>
                </a:lnTo>
                <a:cubicBezTo>
                  <a:pt x="5600700" y="3513173"/>
                  <a:pt x="5532473" y="3581400"/>
                  <a:pt x="5448311" y="3581400"/>
                </a:cubicBezTo>
                <a:lnTo>
                  <a:pt x="152389" y="3581400"/>
                </a:lnTo>
                <a:cubicBezTo>
                  <a:pt x="68283" y="3581400"/>
                  <a:pt x="0" y="3513117"/>
                  <a:pt x="0" y="3429011"/>
                </a:cubicBezTo>
                <a:lnTo>
                  <a:pt x="0" y="152389"/>
                </a:lnTo>
                <a:cubicBezTo>
                  <a:pt x="0" y="68283"/>
                  <a:pt x="68283" y="0"/>
                  <a:pt x="15238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</p:sp>
      <p:pic>
        <p:nvPicPr>
          <p:cNvPr id="6" name="Image 0" descr="https://kimi-web-img.moonshot.cn/img/moonshot.cn/kimi-ppt/html-gen/uploads/Wishlist_P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514" y="1121229"/>
            <a:ext cx="11898086" cy="3879396"/>
          </a:xfrm>
          <a:prstGeom prst="roundRect">
            <a:avLst>
              <a:gd name="adj" fmla="val 4255"/>
            </a:avLst>
          </a:prstGeom>
        </p:spPr>
      </p:pic>
      <p:sp>
        <p:nvSpPr>
          <p:cNvPr id="7" name="Shape 4"/>
          <p:cNvSpPr/>
          <p:nvPr/>
        </p:nvSpPr>
        <p:spPr>
          <a:xfrm>
            <a:off x="2933701" y="5083629"/>
            <a:ext cx="5600700" cy="1364796"/>
          </a:xfrm>
          <a:custGeom>
            <a:avLst/>
            <a:gdLst/>
            <a:ahLst/>
            <a:cxnLst/>
            <a:rect l="l" t="t" r="r" b="b"/>
            <a:pathLst>
              <a:path w="5600700" h="1485900">
                <a:moveTo>
                  <a:pt x="152394" y="0"/>
                </a:moveTo>
                <a:lnTo>
                  <a:pt x="5448306" y="0"/>
                </a:lnTo>
                <a:cubicBezTo>
                  <a:pt x="5532471" y="0"/>
                  <a:pt x="5600700" y="68229"/>
                  <a:pt x="5600700" y="152394"/>
                </a:cubicBezTo>
                <a:lnTo>
                  <a:pt x="5600700" y="1333506"/>
                </a:lnTo>
                <a:cubicBezTo>
                  <a:pt x="5600700" y="1417671"/>
                  <a:pt x="5532471" y="1485900"/>
                  <a:pt x="5448306" y="1485900"/>
                </a:cubicBezTo>
                <a:lnTo>
                  <a:pt x="152394" y="1485900"/>
                </a:lnTo>
                <a:cubicBezTo>
                  <a:pt x="68229" y="1485900"/>
                  <a:pt x="0" y="1417671"/>
                  <a:pt x="0" y="1333506"/>
                </a:cubicBezTo>
                <a:lnTo>
                  <a:pt x="0" y="152394"/>
                </a:lnTo>
                <a:cubicBezTo>
                  <a:pt x="0" y="68285"/>
                  <a:pt x="68285" y="0"/>
                  <a:pt x="15239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340680" y="524147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9669" y="32407"/>
                </a:moveTo>
                <a:lnTo>
                  <a:pt x="95250" y="40109"/>
                </a:lnTo>
                <a:lnTo>
                  <a:pt x="100831" y="32407"/>
                </a:lnTo>
                <a:cubicBezTo>
                  <a:pt x="110133" y="19534"/>
                  <a:pt x="125090" y="11906"/>
                  <a:pt x="140977" y="11906"/>
                </a:cubicBezTo>
                <a:cubicBezTo>
                  <a:pt x="168325" y="11906"/>
                  <a:pt x="190500" y="34082"/>
                  <a:pt x="190500" y="61429"/>
                </a:cubicBezTo>
                <a:lnTo>
                  <a:pt x="190500" y="62396"/>
                </a:lnTo>
                <a:cubicBezTo>
                  <a:pt x="190500" y="104142"/>
                  <a:pt x="138447" y="152623"/>
                  <a:pt x="111286" y="173348"/>
                </a:cubicBezTo>
                <a:cubicBezTo>
                  <a:pt x="106673" y="176845"/>
                  <a:pt x="101017" y="178594"/>
                  <a:pt x="95250" y="178594"/>
                </a:cubicBezTo>
                <a:cubicBezTo>
                  <a:pt x="89483" y="178594"/>
                  <a:pt x="83790" y="176882"/>
                  <a:pt x="79214" y="173348"/>
                </a:cubicBezTo>
                <a:cubicBezTo>
                  <a:pt x="52053" y="152623"/>
                  <a:pt x="0" y="104142"/>
                  <a:pt x="0" y="62396"/>
                </a:cubicBezTo>
                <a:lnTo>
                  <a:pt x="0" y="61429"/>
                </a:lnTo>
                <a:cubicBezTo>
                  <a:pt x="0" y="34082"/>
                  <a:pt x="22175" y="11906"/>
                  <a:pt x="49523" y="11906"/>
                </a:cubicBezTo>
                <a:cubicBezTo>
                  <a:pt x="65410" y="11906"/>
                  <a:pt x="80367" y="19534"/>
                  <a:pt x="89669" y="32407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9" name="Text 6"/>
          <p:cNvSpPr/>
          <p:nvPr/>
        </p:nvSpPr>
        <p:spPr>
          <a:xfrm>
            <a:off x="4686300" y="5200650"/>
            <a:ext cx="5076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Wishlist Features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340680" y="55816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14B8A6"/>
          </a:solidFill>
          <a:ln/>
        </p:spPr>
      </p:sp>
      <p:sp>
        <p:nvSpPr>
          <p:cNvPr id="11" name="Text 8"/>
          <p:cNvSpPr/>
          <p:nvPr/>
        </p:nvSpPr>
        <p:spPr>
          <a:xfrm>
            <a:off x="4564518" y="5553075"/>
            <a:ext cx="27180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Save products for future purchase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340680" y="58483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14B8A6"/>
          </a:solidFill>
          <a:ln/>
        </p:spPr>
      </p:sp>
      <p:sp>
        <p:nvSpPr>
          <p:cNvPr id="13" name="Text 10"/>
          <p:cNvSpPr/>
          <p:nvPr/>
        </p:nvSpPr>
        <p:spPr>
          <a:xfrm>
            <a:off x="4564517" y="5819775"/>
            <a:ext cx="24622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Quick add to cart from wishlist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340680" y="61150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14B8A6"/>
          </a:solidFill>
          <a:ln/>
        </p:spPr>
      </p:sp>
      <p:sp>
        <p:nvSpPr>
          <p:cNvPr id="15" name="Text 12"/>
          <p:cNvSpPr/>
          <p:nvPr/>
        </p:nvSpPr>
        <p:spPr>
          <a:xfrm>
            <a:off x="4564517" y="6086475"/>
            <a:ext cx="2271711" cy="209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Price tracking and updates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6638925" y="5181600"/>
            <a:ext cx="5076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27" name="Text 23"/>
          <p:cNvSpPr/>
          <p:nvPr/>
        </p:nvSpPr>
        <p:spPr>
          <a:xfrm>
            <a:off x="381000" y="6381749"/>
            <a:ext cx="9056914" cy="536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Group 05 | Rishat Bin Sultan, Fariha Islam, Nafia Haque Muskan, MD Tamim Hasan</a:t>
            </a:r>
            <a:endParaRPr lang="en-US" sz="14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3B364AB9-7F4C-1DC3-5C6F-C5DBAB4279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" y="1114424"/>
            <a:ext cx="11887200" cy="3883479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1297C1-4365-3649-7F55-14B39FB98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BA006BF-599E-F9A7-E7B4-C8C71C8B5C73}"/>
              </a:ext>
            </a:extLst>
          </p:cNvPr>
          <p:cNvSpPr/>
          <p:nvPr/>
        </p:nvSpPr>
        <p:spPr>
          <a:xfrm>
            <a:off x="381000" y="419100"/>
            <a:ext cx="76200" cy="304800"/>
          </a:xfrm>
          <a:custGeom>
            <a:avLst/>
            <a:gdLst/>
            <a:ahLst/>
            <a:cxnLst/>
            <a:rect l="l" t="t" r="r" b="b"/>
            <a:pathLst>
              <a:path w="76200" h="3048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266700"/>
                </a:lnTo>
                <a:cubicBezTo>
                  <a:pt x="76200" y="287728"/>
                  <a:pt x="59128" y="304800"/>
                  <a:pt x="381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EDAD5CA-F93C-10FA-FA5B-2FEDFD1D5522}"/>
              </a:ext>
            </a:extLst>
          </p:cNvPr>
          <p:cNvSpPr/>
          <p:nvPr/>
        </p:nvSpPr>
        <p:spPr>
          <a:xfrm>
            <a:off x="571500" y="381000"/>
            <a:ext cx="45434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Payment Methods</a:t>
            </a:r>
            <a:endParaRPr lang="en-US" sz="1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0EA3641-F6D2-86F8-483F-4CA507C5A4FB}"/>
              </a:ext>
            </a:extLst>
          </p:cNvPr>
          <p:cNvSpPr/>
          <p:nvPr/>
        </p:nvSpPr>
        <p:spPr>
          <a:xfrm>
            <a:off x="571500" y="838200"/>
            <a:ext cx="11325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Manage secure payment options</a:t>
            </a:r>
            <a:endParaRPr lang="en-US" sz="15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EF4D363A-9FDA-2834-515B-F9D0AE3F0A24}"/>
              </a:ext>
            </a:extLst>
          </p:cNvPr>
          <p:cNvSpPr/>
          <p:nvPr/>
        </p:nvSpPr>
        <p:spPr>
          <a:xfrm>
            <a:off x="304799" y="5143500"/>
            <a:ext cx="5076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ED15911F-D609-85F5-EEF2-1DA8B0574A78}"/>
              </a:ext>
            </a:extLst>
          </p:cNvPr>
          <p:cNvSpPr/>
          <p:nvPr/>
        </p:nvSpPr>
        <p:spPr>
          <a:xfrm>
            <a:off x="6210300" y="1257300"/>
            <a:ext cx="5600700" cy="3581400"/>
          </a:xfrm>
          <a:custGeom>
            <a:avLst/>
            <a:gdLst/>
            <a:ahLst/>
            <a:cxnLst/>
            <a:rect l="l" t="t" r="r" b="b"/>
            <a:pathLst>
              <a:path w="5600700" h="3581400">
                <a:moveTo>
                  <a:pt x="152389" y="0"/>
                </a:moveTo>
                <a:lnTo>
                  <a:pt x="5448311" y="0"/>
                </a:lnTo>
                <a:cubicBezTo>
                  <a:pt x="5532417" y="0"/>
                  <a:pt x="5600700" y="68283"/>
                  <a:pt x="5600700" y="152389"/>
                </a:cubicBezTo>
                <a:lnTo>
                  <a:pt x="5600700" y="3429011"/>
                </a:lnTo>
                <a:cubicBezTo>
                  <a:pt x="5600700" y="3513173"/>
                  <a:pt x="5532473" y="3581400"/>
                  <a:pt x="5448311" y="3581400"/>
                </a:cubicBezTo>
                <a:lnTo>
                  <a:pt x="152389" y="3581400"/>
                </a:lnTo>
                <a:cubicBezTo>
                  <a:pt x="68283" y="3581400"/>
                  <a:pt x="0" y="3513117"/>
                  <a:pt x="0" y="3429011"/>
                </a:cubicBezTo>
                <a:lnTo>
                  <a:pt x="0" y="152389"/>
                </a:lnTo>
                <a:cubicBezTo>
                  <a:pt x="0" y="68283"/>
                  <a:pt x="68283" y="0"/>
                  <a:pt x="15238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</p:sp>
      <p:pic>
        <p:nvPicPr>
          <p:cNvPr id="17" name="Image 1">
            <a:extLst>
              <a:ext uri="{FF2B5EF4-FFF2-40B4-BE49-F238E27FC236}">
                <a16:creationId xmlns:a16="http://schemas.microsoft.com/office/drawing/2014/main" id="{3690E5D4-A2EE-CDAF-AF9F-E4AEE569AB8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" b="530"/>
          <a:stretch>
            <a:fillRect/>
          </a:stretch>
        </p:blipFill>
        <p:spPr>
          <a:xfrm>
            <a:off x="348343" y="1257300"/>
            <a:ext cx="11462657" cy="3581400"/>
          </a:xfrm>
          <a:prstGeom prst="roundRect">
            <a:avLst>
              <a:gd name="adj" fmla="val 4255"/>
            </a:avLst>
          </a:prstGeom>
        </p:spPr>
      </p:pic>
      <p:sp>
        <p:nvSpPr>
          <p:cNvPr id="18" name="Shape 14">
            <a:extLst>
              <a:ext uri="{FF2B5EF4-FFF2-40B4-BE49-F238E27FC236}">
                <a16:creationId xmlns:a16="http://schemas.microsoft.com/office/drawing/2014/main" id="{FEFCB308-BBE7-AFEA-8EE7-DBD5C1501576}"/>
              </a:ext>
            </a:extLst>
          </p:cNvPr>
          <p:cNvSpPr/>
          <p:nvPr/>
        </p:nvSpPr>
        <p:spPr>
          <a:xfrm>
            <a:off x="3102769" y="5010150"/>
            <a:ext cx="5600700" cy="1485900"/>
          </a:xfrm>
          <a:custGeom>
            <a:avLst/>
            <a:gdLst/>
            <a:ahLst/>
            <a:cxnLst/>
            <a:rect l="l" t="t" r="r" b="b"/>
            <a:pathLst>
              <a:path w="5600700" h="1485900">
                <a:moveTo>
                  <a:pt x="152394" y="0"/>
                </a:moveTo>
                <a:lnTo>
                  <a:pt x="5448306" y="0"/>
                </a:lnTo>
                <a:cubicBezTo>
                  <a:pt x="5532471" y="0"/>
                  <a:pt x="5600700" y="68229"/>
                  <a:pt x="5600700" y="152394"/>
                </a:cubicBezTo>
                <a:lnTo>
                  <a:pt x="5600700" y="1333506"/>
                </a:lnTo>
                <a:cubicBezTo>
                  <a:pt x="5600700" y="1417671"/>
                  <a:pt x="5532471" y="1485900"/>
                  <a:pt x="5448306" y="1485900"/>
                </a:cubicBezTo>
                <a:lnTo>
                  <a:pt x="152394" y="1485900"/>
                </a:lnTo>
                <a:cubicBezTo>
                  <a:pt x="68229" y="1485900"/>
                  <a:pt x="0" y="1417671"/>
                  <a:pt x="0" y="1333506"/>
                </a:cubicBezTo>
                <a:lnTo>
                  <a:pt x="0" y="152394"/>
                </a:lnTo>
                <a:cubicBezTo>
                  <a:pt x="0" y="68285"/>
                  <a:pt x="68285" y="0"/>
                  <a:pt x="15239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9" name="Shape 15">
            <a:extLst>
              <a:ext uri="{FF2B5EF4-FFF2-40B4-BE49-F238E27FC236}">
                <a16:creationId xmlns:a16="http://schemas.microsoft.com/office/drawing/2014/main" id="{C7465BD3-7F79-8372-22B7-532556E9F625}"/>
              </a:ext>
            </a:extLst>
          </p:cNvPr>
          <p:cNvSpPr/>
          <p:nvPr/>
        </p:nvSpPr>
        <p:spPr>
          <a:xfrm>
            <a:off x="4661127" y="52197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47625"/>
                </a:moveTo>
                <a:lnTo>
                  <a:pt x="0" y="59531"/>
                </a:lnTo>
                <a:lnTo>
                  <a:pt x="190500" y="59531"/>
                </a:lnTo>
                <a:lnTo>
                  <a:pt x="190500" y="47625"/>
                </a:lnTo>
                <a:cubicBezTo>
                  <a:pt x="190500" y="34491"/>
                  <a:pt x="179822" y="23812"/>
                  <a:pt x="166688" y="23812"/>
                </a:cubicBezTo>
                <a:lnTo>
                  <a:pt x="23812" y="23812"/>
                </a:lnTo>
                <a:cubicBezTo>
                  <a:pt x="10678" y="23812"/>
                  <a:pt x="0" y="34491"/>
                  <a:pt x="0" y="47625"/>
                </a:cubicBezTo>
                <a:close/>
                <a:moveTo>
                  <a:pt x="0" y="77391"/>
                </a:moveTo>
                <a:lnTo>
                  <a:pt x="0" y="142875"/>
                </a:lnTo>
                <a:cubicBezTo>
                  <a:pt x="0" y="156009"/>
                  <a:pt x="10678" y="166688"/>
                  <a:pt x="23812" y="166688"/>
                </a:cubicBezTo>
                <a:lnTo>
                  <a:pt x="166688" y="166688"/>
                </a:lnTo>
                <a:cubicBezTo>
                  <a:pt x="179822" y="166688"/>
                  <a:pt x="190500" y="156009"/>
                  <a:pt x="190500" y="142875"/>
                </a:cubicBezTo>
                <a:lnTo>
                  <a:pt x="190500" y="77391"/>
                </a:lnTo>
                <a:lnTo>
                  <a:pt x="0" y="77391"/>
                </a:lnTo>
                <a:close/>
                <a:moveTo>
                  <a:pt x="23812" y="133945"/>
                </a:moveTo>
                <a:cubicBezTo>
                  <a:pt x="23812" y="128997"/>
                  <a:pt x="27794" y="125016"/>
                  <a:pt x="32742" y="125016"/>
                </a:cubicBezTo>
                <a:lnTo>
                  <a:pt x="50602" y="125016"/>
                </a:lnTo>
                <a:cubicBezTo>
                  <a:pt x="55550" y="125016"/>
                  <a:pt x="59531" y="128997"/>
                  <a:pt x="59531" y="133945"/>
                </a:cubicBezTo>
                <a:cubicBezTo>
                  <a:pt x="59531" y="138894"/>
                  <a:pt x="55550" y="142875"/>
                  <a:pt x="50602" y="142875"/>
                </a:cubicBezTo>
                <a:lnTo>
                  <a:pt x="32742" y="142875"/>
                </a:lnTo>
                <a:cubicBezTo>
                  <a:pt x="27794" y="142875"/>
                  <a:pt x="23812" y="138894"/>
                  <a:pt x="23812" y="133945"/>
                </a:cubicBezTo>
                <a:close/>
                <a:moveTo>
                  <a:pt x="77391" y="133945"/>
                </a:moveTo>
                <a:cubicBezTo>
                  <a:pt x="77391" y="128997"/>
                  <a:pt x="81372" y="125016"/>
                  <a:pt x="86320" y="125016"/>
                </a:cubicBezTo>
                <a:lnTo>
                  <a:pt x="110133" y="125016"/>
                </a:lnTo>
                <a:cubicBezTo>
                  <a:pt x="115081" y="125016"/>
                  <a:pt x="119063" y="128997"/>
                  <a:pt x="119063" y="133945"/>
                </a:cubicBezTo>
                <a:cubicBezTo>
                  <a:pt x="119063" y="138894"/>
                  <a:pt x="115081" y="142875"/>
                  <a:pt x="110133" y="142875"/>
                </a:cubicBezTo>
                <a:lnTo>
                  <a:pt x="86320" y="142875"/>
                </a:lnTo>
                <a:cubicBezTo>
                  <a:pt x="81372" y="142875"/>
                  <a:pt x="77391" y="138894"/>
                  <a:pt x="77391" y="133945"/>
                </a:cubicBezTo>
                <a:close/>
              </a:path>
            </a:pathLst>
          </a:custGeom>
          <a:solidFill>
            <a:srgbClr val="14B8A6"/>
          </a:solidFill>
          <a:ln/>
        </p:spPr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6F8612E7-B45E-30A5-0CED-44A3AFD8C09B}"/>
              </a:ext>
            </a:extLst>
          </p:cNvPr>
          <p:cNvSpPr/>
          <p:nvPr/>
        </p:nvSpPr>
        <p:spPr>
          <a:xfrm>
            <a:off x="5049044" y="5191125"/>
            <a:ext cx="5076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Payment Security</a:t>
            </a:r>
            <a:endParaRPr lang="en-US" sz="1600" dirty="0"/>
          </a:p>
        </p:txBody>
      </p:sp>
      <p:sp>
        <p:nvSpPr>
          <p:cNvPr id="21" name="Shape 17">
            <a:extLst>
              <a:ext uri="{FF2B5EF4-FFF2-40B4-BE49-F238E27FC236}">
                <a16:creationId xmlns:a16="http://schemas.microsoft.com/office/drawing/2014/main" id="{C9AF6879-6E62-41FB-6DC0-6BE81D0DC080}"/>
              </a:ext>
            </a:extLst>
          </p:cNvPr>
          <p:cNvSpPr/>
          <p:nvPr/>
        </p:nvSpPr>
        <p:spPr>
          <a:xfrm>
            <a:off x="4656364" y="55911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04BB09A3-EB87-DA40-543D-FB7B1EA81C7E}"/>
              </a:ext>
            </a:extLst>
          </p:cNvPr>
          <p:cNvSpPr/>
          <p:nvPr/>
        </p:nvSpPr>
        <p:spPr>
          <a:xfrm>
            <a:off x="4880202" y="5562600"/>
            <a:ext cx="2805112" cy="2381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Masked card numbers for security</a:t>
            </a:r>
            <a:endParaRPr lang="en-US" sz="1400" dirty="0"/>
          </a:p>
        </p:txBody>
      </p:sp>
      <p:sp>
        <p:nvSpPr>
          <p:cNvPr id="23" name="Shape 19">
            <a:extLst>
              <a:ext uri="{FF2B5EF4-FFF2-40B4-BE49-F238E27FC236}">
                <a16:creationId xmlns:a16="http://schemas.microsoft.com/office/drawing/2014/main" id="{99E8747F-5003-9A57-E725-813DED05FE99}"/>
              </a:ext>
            </a:extLst>
          </p:cNvPr>
          <p:cNvSpPr/>
          <p:nvPr/>
        </p:nvSpPr>
        <p:spPr>
          <a:xfrm>
            <a:off x="4656364" y="58578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E96D2449-00A4-E026-746E-014631E49FA3}"/>
              </a:ext>
            </a:extLst>
          </p:cNvPr>
          <p:cNvSpPr/>
          <p:nvPr/>
        </p:nvSpPr>
        <p:spPr>
          <a:xfrm>
            <a:off x="4880201" y="5829300"/>
            <a:ext cx="1945141" cy="1714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Expiry date tracking</a:t>
            </a:r>
            <a:endParaRPr lang="en-US" sz="1400" dirty="0"/>
          </a:p>
        </p:txBody>
      </p:sp>
      <p:sp>
        <p:nvSpPr>
          <p:cNvPr id="25" name="Shape 21">
            <a:extLst>
              <a:ext uri="{FF2B5EF4-FFF2-40B4-BE49-F238E27FC236}">
                <a16:creationId xmlns:a16="http://schemas.microsoft.com/office/drawing/2014/main" id="{6520C1C9-F340-A3ED-E20C-A405E2BE1599}"/>
              </a:ext>
            </a:extLst>
          </p:cNvPr>
          <p:cNvSpPr/>
          <p:nvPr/>
        </p:nvSpPr>
        <p:spPr>
          <a:xfrm>
            <a:off x="4656364" y="61245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26" name="Text 22">
            <a:extLst>
              <a:ext uri="{FF2B5EF4-FFF2-40B4-BE49-F238E27FC236}">
                <a16:creationId xmlns:a16="http://schemas.microsoft.com/office/drawing/2014/main" id="{13E39849-A32C-884F-042D-C2BC58AD4B9D}"/>
              </a:ext>
            </a:extLst>
          </p:cNvPr>
          <p:cNvSpPr/>
          <p:nvPr/>
        </p:nvSpPr>
        <p:spPr>
          <a:xfrm>
            <a:off x="4880201" y="6096000"/>
            <a:ext cx="2108427" cy="1714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Easy add/remove cards</a:t>
            </a:r>
            <a:endParaRPr lang="en-US" sz="1400" dirty="0"/>
          </a:p>
        </p:txBody>
      </p:sp>
      <p:sp>
        <p:nvSpPr>
          <p:cNvPr id="27" name="Text 23">
            <a:extLst>
              <a:ext uri="{FF2B5EF4-FFF2-40B4-BE49-F238E27FC236}">
                <a16:creationId xmlns:a16="http://schemas.microsoft.com/office/drawing/2014/main" id="{0D1771C1-5D89-A59D-5E2E-2AD5F4CFE470}"/>
              </a:ext>
            </a:extLst>
          </p:cNvPr>
          <p:cNvSpPr/>
          <p:nvPr/>
        </p:nvSpPr>
        <p:spPr>
          <a:xfrm>
            <a:off x="381000" y="6381749"/>
            <a:ext cx="7794171" cy="476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Group 05 | Rishat Bin Sultan, Fariha Islam, Nafia Haque Muskan, MD Tamim Hasan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850194274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0E2E93-E73F-E13C-BCF1-19C60DA1C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3178BFD-ED3D-1009-40F4-42FD8E645A43}"/>
              </a:ext>
            </a:extLst>
          </p:cNvPr>
          <p:cNvSpPr/>
          <p:nvPr/>
        </p:nvSpPr>
        <p:spPr>
          <a:xfrm>
            <a:off x="381000" y="419100"/>
            <a:ext cx="76200" cy="304800"/>
          </a:xfrm>
          <a:custGeom>
            <a:avLst/>
            <a:gdLst/>
            <a:ahLst/>
            <a:cxnLst/>
            <a:rect l="l" t="t" r="r" b="b"/>
            <a:pathLst>
              <a:path w="76200" h="3048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266700"/>
                </a:lnTo>
                <a:cubicBezTo>
                  <a:pt x="76200" y="287728"/>
                  <a:pt x="59128" y="304800"/>
                  <a:pt x="381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79A63D1-156E-3CF7-58B0-6EF6212EF4B7}"/>
              </a:ext>
            </a:extLst>
          </p:cNvPr>
          <p:cNvSpPr/>
          <p:nvPr/>
        </p:nvSpPr>
        <p:spPr>
          <a:xfrm>
            <a:off x="571500" y="381000"/>
            <a:ext cx="42100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Customer Reviews System</a:t>
            </a:r>
            <a:endParaRPr lang="en-US" sz="1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9B63515-11A0-7852-B2B1-BB371AC68AD4}"/>
              </a:ext>
            </a:extLst>
          </p:cNvPr>
          <p:cNvSpPr/>
          <p:nvPr/>
        </p:nvSpPr>
        <p:spPr>
          <a:xfrm>
            <a:off x="571500" y="771525"/>
            <a:ext cx="11325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 trust with transparent customer feedback and ratings</a:t>
            </a:r>
            <a:endParaRPr lang="en-US" sz="15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BE4E4F6-3577-B360-546E-5CA477ED1858}"/>
              </a:ext>
            </a:extLst>
          </p:cNvPr>
          <p:cNvSpPr/>
          <p:nvPr/>
        </p:nvSpPr>
        <p:spPr>
          <a:xfrm>
            <a:off x="381000" y="1257300"/>
            <a:ext cx="5600700" cy="3581400"/>
          </a:xfrm>
          <a:custGeom>
            <a:avLst/>
            <a:gdLst/>
            <a:ahLst/>
            <a:cxnLst/>
            <a:rect l="l" t="t" r="r" b="b"/>
            <a:pathLst>
              <a:path w="5600700" h="3581400">
                <a:moveTo>
                  <a:pt x="152389" y="0"/>
                </a:moveTo>
                <a:lnTo>
                  <a:pt x="5448311" y="0"/>
                </a:lnTo>
                <a:cubicBezTo>
                  <a:pt x="5532417" y="0"/>
                  <a:pt x="5600700" y="68283"/>
                  <a:pt x="5600700" y="152389"/>
                </a:cubicBezTo>
                <a:lnTo>
                  <a:pt x="5600700" y="3429011"/>
                </a:lnTo>
                <a:cubicBezTo>
                  <a:pt x="5600700" y="3513173"/>
                  <a:pt x="5532473" y="3581400"/>
                  <a:pt x="5448311" y="3581400"/>
                </a:cubicBezTo>
                <a:lnTo>
                  <a:pt x="152389" y="3581400"/>
                </a:lnTo>
                <a:cubicBezTo>
                  <a:pt x="68283" y="3581400"/>
                  <a:pt x="0" y="3513117"/>
                  <a:pt x="0" y="3429011"/>
                </a:cubicBezTo>
                <a:lnTo>
                  <a:pt x="0" y="152389"/>
                </a:lnTo>
                <a:cubicBezTo>
                  <a:pt x="0" y="68283"/>
                  <a:pt x="68283" y="0"/>
                  <a:pt x="15238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</p:sp>
      <p:pic>
        <p:nvPicPr>
          <p:cNvPr id="6" name="Image 0" descr="https://kimi-web-img.moonshot.cn/img/moonshot.cn/kimi-ppt/html-gen/uploads/MyReview_Page.jpeg">
            <a:extLst>
              <a:ext uri="{FF2B5EF4-FFF2-40B4-BE49-F238E27FC236}">
                <a16:creationId xmlns:a16="http://schemas.microsoft.com/office/drawing/2014/main" id="{257F866B-9748-1C7E-DE14-3F20D1A3F8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999" y="1134835"/>
            <a:ext cx="11515725" cy="3703865"/>
          </a:xfrm>
          <a:prstGeom prst="roundRect">
            <a:avLst>
              <a:gd name="adj" fmla="val 4255"/>
            </a:avLst>
          </a:prstGeom>
        </p:spPr>
      </p:pic>
      <p:sp>
        <p:nvSpPr>
          <p:cNvPr id="18" name="Shape 14">
            <a:extLst>
              <a:ext uri="{FF2B5EF4-FFF2-40B4-BE49-F238E27FC236}">
                <a16:creationId xmlns:a16="http://schemas.microsoft.com/office/drawing/2014/main" id="{3FD008D0-24D0-BC6A-21E1-A16888B7A2EB}"/>
              </a:ext>
            </a:extLst>
          </p:cNvPr>
          <p:cNvSpPr/>
          <p:nvPr/>
        </p:nvSpPr>
        <p:spPr>
          <a:xfrm>
            <a:off x="3295650" y="4981575"/>
            <a:ext cx="5600700" cy="1485900"/>
          </a:xfrm>
          <a:custGeom>
            <a:avLst/>
            <a:gdLst/>
            <a:ahLst/>
            <a:cxnLst/>
            <a:rect l="l" t="t" r="r" b="b"/>
            <a:pathLst>
              <a:path w="5600700" h="1485900">
                <a:moveTo>
                  <a:pt x="152394" y="0"/>
                </a:moveTo>
                <a:lnTo>
                  <a:pt x="5448306" y="0"/>
                </a:lnTo>
                <a:cubicBezTo>
                  <a:pt x="5532471" y="0"/>
                  <a:pt x="5600700" y="68229"/>
                  <a:pt x="5600700" y="152394"/>
                </a:cubicBezTo>
                <a:lnTo>
                  <a:pt x="5600700" y="1333506"/>
                </a:lnTo>
                <a:cubicBezTo>
                  <a:pt x="5600700" y="1417671"/>
                  <a:pt x="5532471" y="1485900"/>
                  <a:pt x="5448306" y="1485900"/>
                </a:cubicBezTo>
                <a:lnTo>
                  <a:pt x="152394" y="1485900"/>
                </a:lnTo>
                <a:cubicBezTo>
                  <a:pt x="68229" y="1485900"/>
                  <a:pt x="0" y="1417671"/>
                  <a:pt x="0" y="1333506"/>
                </a:cubicBezTo>
                <a:lnTo>
                  <a:pt x="0" y="152394"/>
                </a:lnTo>
                <a:cubicBezTo>
                  <a:pt x="0" y="68285"/>
                  <a:pt x="68285" y="0"/>
                  <a:pt x="15239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9" name="Shape 15">
            <a:extLst>
              <a:ext uri="{FF2B5EF4-FFF2-40B4-BE49-F238E27FC236}">
                <a16:creationId xmlns:a16="http://schemas.microsoft.com/office/drawing/2014/main" id="{DF260E36-0072-B3FD-1C58-163DF6EA0AC5}"/>
              </a:ext>
            </a:extLst>
          </p:cNvPr>
          <p:cNvSpPr/>
          <p:nvPr/>
        </p:nvSpPr>
        <p:spPr>
          <a:xfrm>
            <a:off x="4781550" y="5197929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15156" y="-7032"/>
                </a:moveTo>
                <a:cubicBezTo>
                  <a:pt x="113630" y="-10009"/>
                  <a:pt x="110542" y="-11906"/>
                  <a:pt x="107193" y="-11906"/>
                </a:cubicBezTo>
                <a:cubicBezTo>
                  <a:pt x="103845" y="-11906"/>
                  <a:pt x="100757" y="-10009"/>
                  <a:pt x="99231" y="-7032"/>
                </a:cubicBezTo>
                <a:lnTo>
                  <a:pt x="71847" y="46620"/>
                </a:lnTo>
                <a:lnTo>
                  <a:pt x="12353" y="56071"/>
                </a:lnTo>
                <a:cubicBezTo>
                  <a:pt x="9041" y="56592"/>
                  <a:pt x="6288" y="58936"/>
                  <a:pt x="5246" y="62136"/>
                </a:cubicBezTo>
                <a:cubicBezTo>
                  <a:pt x="4204" y="65336"/>
                  <a:pt x="5060" y="68833"/>
                  <a:pt x="7404" y="71214"/>
                </a:cubicBezTo>
                <a:lnTo>
                  <a:pt x="49969" y="113816"/>
                </a:lnTo>
                <a:lnTo>
                  <a:pt x="40593" y="173310"/>
                </a:lnTo>
                <a:cubicBezTo>
                  <a:pt x="40072" y="176622"/>
                  <a:pt x="41449" y="179970"/>
                  <a:pt x="44165" y="181942"/>
                </a:cubicBezTo>
                <a:cubicBezTo>
                  <a:pt x="46881" y="183914"/>
                  <a:pt x="50453" y="184212"/>
                  <a:pt x="53467" y="182687"/>
                </a:cubicBezTo>
                <a:lnTo>
                  <a:pt x="107193" y="155377"/>
                </a:lnTo>
                <a:lnTo>
                  <a:pt x="160883" y="182687"/>
                </a:lnTo>
                <a:cubicBezTo>
                  <a:pt x="163860" y="184212"/>
                  <a:pt x="167469" y="183914"/>
                  <a:pt x="170185" y="181942"/>
                </a:cubicBezTo>
                <a:cubicBezTo>
                  <a:pt x="172901" y="179970"/>
                  <a:pt x="174278" y="176659"/>
                  <a:pt x="173757" y="173310"/>
                </a:cubicBezTo>
                <a:lnTo>
                  <a:pt x="164343" y="113816"/>
                </a:lnTo>
                <a:lnTo>
                  <a:pt x="206908" y="71214"/>
                </a:lnTo>
                <a:cubicBezTo>
                  <a:pt x="209290" y="68833"/>
                  <a:pt x="210108" y="65336"/>
                  <a:pt x="209066" y="62136"/>
                </a:cubicBezTo>
                <a:cubicBezTo>
                  <a:pt x="208025" y="58936"/>
                  <a:pt x="205308" y="56592"/>
                  <a:pt x="201960" y="56071"/>
                </a:cubicBezTo>
                <a:lnTo>
                  <a:pt x="142503" y="46620"/>
                </a:lnTo>
                <a:lnTo>
                  <a:pt x="115156" y="-7032"/>
                </a:lnTo>
                <a:close/>
              </a:path>
            </a:pathLst>
          </a:custGeom>
          <a:solidFill>
            <a:srgbClr val="14B8A6"/>
          </a:solidFill>
          <a:ln/>
        </p:spPr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D4D70D4D-A039-C8A9-547E-B83D2C5C2965}"/>
              </a:ext>
            </a:extLst>
          </p:cNvPr>
          <p:cNvSpPr/>
          <p:nvPr/>
        </p:nvSpPr>
        <p:spPr>
          <a:xfrm>
            <a:off x="5038725" y="5159829"/>
            <a:ext cx="5076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Review Features</a:t>
            </a:r>
            <a:endParaRPr lang="en-US" sz="1600" dirty="0"/>
          </a:p>
        </p:txBody>
      </p:sp>
      <p:sp>
        <p:nvSpPr>
          <p:cNvPr id="21" name="Shape 17">
            <a:extLst>
              <a:ext uri="{FF2B5EF4-FFF2-40B4-BE49-F238E27FC236}">
                <a16:creationId xmlns:a16="http://schemas.microsoft.com/office/drawing/2014/main" id="{FB0AC8B3-B7D0-16A6-D24D-FBE2A521E1DC}"/>
              </a:ext>
            </a:extLst>
          </p:cNvPr>
          <p:cNvSpPr/>
          <p:nvPr/>
        </p:nvSpPr>
        <p:spPr>
          <a:xfrm>
            <a:off x="5038725" y="5570764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5E02AC7B-AD3F-8FF0-5B26-645E83447BC2}"/>
              </a:ext>
            </a:extLst>
          </p:cNvPr>
          <p:cNvSpPr/>
          <p:nvPr/>
        </p:nvSpPr>
        <p:spPr>
          <a:xfrm>
            <a:off x="5262563" y="5542189"/>
            <a:ext cx="20308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5-star rating system</a:t>
            </a:r>
            <a:endParaRPr lang="en-US" sz="1400" dirty="0"/>
          </a:p>
        </p:txBody>
      </p:sp>
      <p:sp>
        <p:nvSpPr>
          <p:cNvPr id="23" name="Shape 19">
            <a:extLst>
              <a:ext uri="{FF2B5EF4-FFF2-40B4-BE49-F238E27FC236}">
                <a16:creationId xmlns:a16="http://schemas.microsoft.com/office/drawing/2014/main" id="{F211030F-0C9C-172F-CEBE-AD1BEA7C1A3C}"/>
              </a:ext>
            </a:extLst>
          </p:cNvPr>
          <p:cNvSpPr/>
          <p:nvPr/>
        </p:nvSpPr>
        <p:spPr>
          <a:xfrm>
            <a:off x="5038725" y="5837464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DF8ABBCD-220A-9D7F-128C-D125679E0C4A}"/>
              </a:ext>
            </a:extLst>
          </p:cNvPr>
          <p:cNvSpPr/>
          <p:nvPr/>
        </p:nvSpPr>
        <p:spPr>
          <a:xfrm>
            <a:off x="5262563" y="5808889"/>
            <a:ext cx="257515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Written feedback support</a:t>
            </a:r>
            <a:endParaRPr lang="en-US" sz="1400" dirty="0"/>
          </a:p>
        </p:txBody>
      </p:sp>
      <p:sp>
        <p:nvSpPr>
          <p:cNvPr id="25" name="Shape 21">
            <a:extLst>
              <a:ext uri="{FF2B5EF4-FFF2-40B4-BE49-F238E27FC236}">
                <a16:creationId xmlns:a16="http://schemas.microsoft.com/office/drawing/2014/main" id="{5C1BDB10-DBA9-A550-309D-581C839DD6D3}"/>
              </a:ext>
            </a:extLst>
          </p:cNvPr>
          <p:cNvSpPr/>
          <p:nvPr/>
        </p:nvSpPr>
        <p:spPr>
          <a:xfrm>
            <a:off x="5038725" y="6104164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26" name="Text 22">
            <a:extLst>
              <a:ext uri="{FF2B5EF4-FFF2-40B4-BE49-F238E27FC236}">
                <a16:creationId xmlns:a16="http://schemas.microsoft.com/office/drawing/2014/main" id="{33FA383B-839A-23A5-45F5-E6B7915DBB7D}"/>
              </a:ext>
            </a:extLst>
          </p:cNvPr>
          <p:cNvSpPr/>
          <p:nvPr/>
        </p:nvSpPr>
        <p:spPr>
          <a:xfrm>
            <a:off x="5262563" y="6075589"/>
            <a:ext cx="257515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Product-level reviews</a:t>
            </a:r>
            <a:endParaRPr lang="en-US" sz="1400" dirty="0"/>
          </a:p>
        </p:txBody>
      </p:sp>
      <p:sp>
        <p:nvSpPr>
          <p:cNvPr id="27" name="Text 23">
            <a:extLst>
              <a:ext uri="{FF2B5EF4-FFF2-40B4-BE49-F238E27FC236}">
                <a16:creationId xmlns:a16="http://schemas.microsoft.com/office/drawing/2014/main" id="{168D1F5C-14F3-1507-B4B3-0F29CFA1AC0E}"/>
              </a:ext>
            </a:extLst>
          </p:cNvPr>
          <p:cNvSpPr/>
          <p:nvPr/>
        </p:nvSpPr>
        <p:spPr>
          <a:xfrm>
            <a:off x="381000" y="6381749"/>
            <a:ext cx="7195457" cy="378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Group 05 | Rishat Bin Sultan, Fariha Islam, Nafia Haque Muskan, MD Tamim Hasan</a:t>
            </a:r>
            <a:endParaRPr lang="en-US" sz="14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05B8DAF8-8F22-872E-11E5-222B5F5FEB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153885"/>
            <a:ext cx="11515725" cy="3661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015628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19100"/>
            <a:ext cx="76200" cy="304800"/>
          </a:xfrm>
          <a:custGeom>
            <a:avLst/>
            <a:gdLst/>
            <a:ahLst/>
            <a:cxnLst/>
            <a:rect l="l" t="t" r="r" b="b"/>
            <a:pathLst>
              <a:path w="76200" h="3048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266700"/>
                </a:lnTo>
                <a:cubicBezTo>
                  <a:pt x="76200" y="287728"/>
                  <a:pt x="59128" y="304800"/>
                  <a:pt x="381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71500" y="381000"/>
            <a:ext cx="42100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My Review Page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773567"/>
            <a:ext cx="11325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 trust with transparent customer feedback and ratings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81000" y="1257300"/>
            <a:ext cx="5600700" cy="3581400"/>
          </a:xfrm>
          <a:custGeom>
            <a:avLst/>
            <a:gdLst/>
            <a:ahLst/>
            <a:cxnLst/>
            <a:rect l="l" t="t" r="r" b="b"/>
            <a:pathLst>
              <a:path w="5600700" h="3581400">
                <a:moveTo>
                  <a:pt x="152389" y="0"/>
                </a:moveTo>
                <a:lnTo>
                  <a:pt x="5448311" y="0"/>
                </a:lnTo>
                <a:cubicBezTo>
                  <a:pt x="5532417" y="0"/>
                  <a:pt x="5600700" y="68283"/>
                  <a:pt x="5600700" y="152389"/>
                </a:cubicBezTo>
                <a:lnTo>
                  <a:pt x="5600700" y="3429011"/>
                </a:lnTo>
                <a:cubicBezTo>
                  <a:pt x="5600700" y="3513173"/>
                  <a:pt x="5532473" y="3581400"/>
                  <a:pt x="5448311" y="3581400"/>
                </a:cubicBezTo>
                <a:lnTo>
                  <a:pt x="152389" y="3581400"/>
                </a:lnTo>
                <a:cubicBezTo>
                  <a:pt x="68283" y="3581400"/>
                  <a:pt x="0" y="3513117"/>
                  <a:pt x="0" y="3429011"/>
                </a:cubicBezTo>
                <a:lnTo>
                  <a:pt x="0" y="152389"/>
                </a:lnTo>
                <a:cubicBezTo>
                  <a:pt x="0" y="68283"/>
                  <a:pt x="68283" y="0"/>
                  <a:pt x="15238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</p:sp>
      <p:pic>
        <p:nvPicPr>
          <p:cNvPr id="6" name="Image 0" descr="https://kimi-web-img.moonshot.cn/img/moonshot.cn/kimi-ppt/html-gen/uploads/MyReview_P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114425"/>
            <a:ext cx="11430000" cy="3724275"/>
          </a:xfrm>
          <a:prstGeom prst="roundRect">
            <a:avLst>
              <a:gd name="adj" fmla="val 4255"/>
            </a:avLst>
          </a:prstGeom>
        </p:spPr>
      </p:pic>
      <p:sp>
        <p:nvSpPr>
          <p:cNvPr id="7" name="Shape 4"/>
          <p:cNvSpPr/>
          <p:nvPr/>
        </p:nvSpPr>
        <p:spPr>
          <a:xfrm>
            <a:off x="3086100" y="4981575"/>
            <a:ext cx="5600700" cy="1485900"/>
          </a:xfrm>
          <a:custGeom>
            <a:avLst/>
            <a:gdLst/>
            <a:ahLst/>
            <a:cxnLst/>
            <a:rect l="l" t="t" r="r" b="b"/>
            <a:pathLst>
              <a:path w="5600700" h="1485900">
                <a:moveTo>
                  <a:pt x="152394" y="0"/>
                </a:moveTo>
                <a:lnTo>
                  <a:pt x="5448306" y="0"/>
                </a:lnTo>
                <a:cubicBezTo>
                  <a:pt x="5532471" y="0"/>
                  <a:pt x="5600700" y="68229"/>
                  <a:pt x="5600700" y="152394"/>
                </a:cubicBezTo>
                <a:lnTo>
                  <a:pt x="5600700" y="1333506"/>
                </a:lnTo>
                <a:cubicBezTo>
                  <a:pt x="5600700" y="1417671"/>
                  <a:pt x="5532471" y="1485900"/>
                  <a:pt x="5448306" y="1485900"/>
                </a:cubicBezTo>
                <a:lnTo>
                  <a:pt x="152394" y="1485900"/>
                </a:lnTo>
                <a:cubicBezTo>
                  <a:pt x="68229" y="1485900"/>
                  <a:pt x="0" y="1417671"/>
                  <a:pt x="0" y="1333506"/>
                </a:cubicBezTo>
                <a:lnTo>
                  <a:pt x="0" y="152394"/>
                </a:lnTo>
                <a:cubicBezTo>
                  <a:pt x="0" y="68285"/>
                  <a:pt x="68285" y="0"/>
                  <a:pt x="15239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729162" y="5208815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95287" y="92273"/>
                </a:moveTo>
                <a:cubicBezTo>
                  <a:pt x="119929" y="92273"/>
                  <a:pt x="139936" y="72267"/>
                  <a:pt x="139936" y="47625"/>
                </a:cubicBezTo>
                <a:cubicBezTo>
                  <a:pt x="139936" y="22983"/>
                  <a:pt x="119929" y="2977"/>
                  <a:pt x="95287" y="2977"/>
                </a:cubicBezTo>
                <a:cubicBezTo>
                  <a:pt x="70645" y="2977"/>
                  <a:pt x="50639" y="22983"/>
                  <a:pt x="50639" y="47625"/>
                </a:cubicBezTo>
                <a:cubicBezTo>
                  <a:pt x="50639" y="72267"/>
                  <a:pt x="70645" y="92273"/>
                  <a:pt x="95287" y="92273"/>
                </a:cubicBezTo>
                <a:close/>
                <a:moveTo>
                  <a:pt x="84237" y="113109"/>
                </a:moveTo>
                <a:cubicBezTo>
                  <a:pt x="47588" y="113109"/>
                  <a:pt x="17897" y="142801"/>
                  <a:pt x="17897" y="179450"/>
                </a:cubicBezTo>
                <a:cubicBezTo>
                  <a:pt x="17897" y="185551"/>
                  <a:pt x="22845" y="190500"/>
                  <a:pt x="28947" y="190500"/>
                </a:cubicBezTo>
                <a:lnTo>
                  <a:pt x="102059" y="190500"/>
                </a:lnTo>
                <a:lnTo>
                  <a:pt x="106114" y="170222"/>
                </a:lnTo>
                <a:cubicBezTo>
                  <a:pt x="107714" y="162148"/>
                  <a:pt x="111696" y="154744"/>
                  <a:pt x="117500" y="148940"/>
                </a:cubicBezTo>
                <a:lnTo>
                  <a:pt x="142540" y="123899"/>
                </a:lnTo>
                <a:cubicBezTo>
                  <a:pt x="132122" y="117091"/>
                  <a:pt x="119695" y="113147"/>
                  <a:pt x="106300" y="113147"/>
                </a:cubicBezTo>
                <a:lnTo>
                  <a:pt x="84200" y="113147"/>
                </a:lnTo>
                <a:close/>
                <a:moveTo>
                  <a:pt x="123639" y="173720"/>
                </a:moveTo>
                <a:lnTo>
                  <a:pt x="119211" y="195895"/>
                </a:lnTo>
                <a:cubicBezTo>
                  <a:pt x="119137" y="196230"/>
                  <a:pt x="119100" y="196602"/>
                  <a:pt x="119100" y="196974"/>
                </a:cubicBezTo>
                <a:cubicBezTo>
                  <a:pt x="119100" y="199951"/>
                  <a:pt x="121518" y="202406"/>
                  <a:pt x="124532" y="202406"/>
                </a:cubicBezTo>
                <a:cubicBezTo>
                  <a:pt x="124904" y="202406"/>
                  <a:pt x="125239" y="202369"/>
                  <a:pt x="125611" y="202295"/>
                </a:cubicBezTo>
                <a:lnTo>
                  <a:pt x="147786" y="197867"/>
                </a:lnTo>
                <a:cubicBezTo>
                  <a:pt x="152400" y="196937"/>
                  <a:pt x="156642" y="194667"/>
                  <a:pt x="159953" y="191356"/>
                </a:cubicBezTo>
                <a:lnTo>
                  <a:pt x="204192" y="147117"/>
                </a:lnTo>
                <a:lnTo>
                  <a:pt x="174427" y="117351"/>
                </a:lnTo>
                <a:lnTo>
                  <a:pt x="130187" y="161590"/>
                </a:lnTo>
                <a:cubicBezTo>
                  <a:pt x="126876" y="164902"/>
                  <a:pt x="124606" y="169143"/>
                  <a:pt x="123676" y="173757"/>
                </a:cubicBezTo>
                <a:close/>
                <a:moveTo>
                  <a:pt x="223279" y="127955"/>
                </a:moveTo>
                <a:cubicBezTo>
                  <a:pt x="231502" y="119732"/>
                  <a:pt x="231502" y="106412"/>
                  <a:pt x="223279" y="98189"/>
                </a:cubicBezTo>
                <a:cubicBezTo>
                  <a:pt x="215057" y="89967"/>
                  <a:pt x="201737" y="89967"/>
                  <a:pt x="193514" y="98189"/>
                </a:cubicBezTo>
                <a:lnTo>
                  <a:pt x="182798" y="108905"/>
                </a:lnTo>
                <a:lnTo>
                  <a:pt x="212564" y="138671"/>
                </a:lnTo>
                <a:lnTo>
                  <a:pt x="223279" y="127955"/>
                </a:ln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9" name="Text 6"/>
          <p:cNvSpPr/>
          <p:nvPr/>
        </p:nvSpPr>
        <p:spPr>
          <a:xfrm>
            <a:off x="5005388" y="5170714"/>
            <a:ext cx="5076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My Reviews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781550" y="5509532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14B8A6"/>
          </a:solidFill>
          <a:ln/>
        </p:spPr>
      </p:sp>
      <p:sp>
        <p:nvSpPr>
          <p:cNvPr id="11" name="Text 8"/>
          <p:cNvSpPr/>
          <p:nvPr/>
        </p:nvSpPr>
        <p:spPr>
          <a:xfrm>
            <a:off x="5005388" y="5480957"/>
            <a:ext cx="208121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View all submitted reviews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781550" y="5776232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14B8A6"/>
          </a:solidFill>
          <a:ln/>
        </p:spPr>
      </p:sp>
      <p:sp>
        <p:nvSpPr>
          <p:cNvPr id="13" name="Text 10"/>
          <p:cNvSpPr/>
          <p:nvPr/>
        </p:nvSpPr>
        <p:spPr>
          <a:xfrm>
            <a:off x="5005388" y="5747657"/>
            <a:ext cx="227171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Track review dates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781550" y="6042932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14B8A6"/>
          </a:solidFill>
          <a:ln/>
        </p:spPr>
      </p:sp>
      <p:sp>
        <p:nvSpPr>
          <p:cNvPr id="15" name="Text 12"/>
          <p:cNvSpPr/>
          <p:nvPr/>
        </p:nvSpPr>
        <p:spPr>
          <a:xfrm>
            <a:off x="5005387" y="6014356"/>
            <a:ext cx="2429555" cy="2245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Delete reviews option</a:t>
            </a:r>
            <a:endParaRPr lang="en-US" sz="1400" dirty="0"/>
          </a:p>
        </p:txBody>
      </p:sp>
      <p:sp>
        <p:nvSpPr>
          <p:cNvPr id="27" name="Text 23"/>
          <p:cNvSpPr/>
          <p:nvPr/>
        </p:nvSpPr>
        <p:spPr>
          <a:xfrm>
            <a:off x="381000" y="6381749"/>
            <a:ext cx="7456714" cy="466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Group 05 | Rishat Bin Sultan, Fariha Islam, Nafia Haque Muskan, MD Tamim Hasan</a:t>
            </a:r>
            <a:endParaRPr lang="en-US" sz="14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AB65EC0E-3872-F420-0111-60BDD37209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123950"/>
            <a:ext cx="11430000" cy="3680733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E97776-0EFA-0BCA-7D44-790BC05E1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1D0292D-98B3-3001-C4B2-72F580EA2951}"/>
              </a:ext>
            </a:extLst>
          </p:cNvPr>
          <p:cNvSpPr/>
          <p:nvPr/>
        </p:nvSpPr>
        <p:spPr>
          <a:xfrm>
            <a:off x="381000" y="419100"/>
            <a:ext cx="76200" cy="304800"/>
          </a:xfrm>
          <a:custGeom>
            <a:avLst/>
            <a:gdLst/>
            <a:ahLst/>
            <a:cxnLst/>
            <a:rect l="l" t="t" r="r" b="b"/>
            <a:pathLst>
              <a:path w="76200" h="3048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266700"/>
                </a:lnTo>
                <a:cubicBezTo>
                  <a:pt x="76200" y="287728"/>
                  <a:pt x="59128" y="304800"/>
                  <a:pt x="381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A56FAC3-732F-4259-D389-5EDC70A25C2F}"/>
              </a:ext>
            </a:extLst>
          </p:cNvPr>
          <p:cNvSpPr/>
          <p:nvPr/>
        </p:nvSpPr>
        <p:spPr>
          <a:xfrm>
            <a:off x="571500" y="381000"/>
            <a:ext cx="50101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Veterinary Appointment System</a:t>
            </a:r>
            <a:endParaRPr lang="en-US" sz="1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C9B75EA-9F60-14F1-C79E-7B50E6DB42A8}"/>
              </a:ext>
            </a:extLst>
          </p:cNvPr>
          <p:cNvSpPr/>
          <p:nvPr/>
        </p:nvSpPr>
        <p:spPr>
          <a:xfrm>
            <a:off x="571500" y="838200"/>
            <a:ext cx="11325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Book consultations with specialized veterinarians online</a:t>
            </a:r>
            <a:endParaRPr lang="en-US" sz="15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130DFE1-F345-95E7-F53E-A779545F05CD}"/>
              </a:ext>
            </a:extLst>
          </p:cNvPr>
          <p:cNvSpPr/>
          <p:nvPr/>
        </p:nvSpPr>
        <p:spPr>
          <a:xfrm>
            <a:off x="381000" y="1257300"/>
            <a:ext cx="11334750" cy="4904014"/>
          </a:xfrm>
          <a:custGeom>
            <a:avLst/>
            <a:gdLst/>
            <a:ahLst/>
            <a:cxnLst/>
            <a:rect l="l" t="t" r="r" b="b"/>
            <a:pathLst>
              <a:path w="5600700" h="3162300">
                <a:moveTo>
                  <a:pt x="152391" y="0"/>
                </a:moveTo>
                <a:lnTo>
                  <a:pt x="5448309" y="0"/>
                </a:lnTo>
                <a:cubicBezTo>
                  <a:pt x="5532472" y="0"/>
                  <a:pt x="5600700" y="68228"/>
                  <a:pt x="5600700" y="152391"/>
                </a:cubicBezTo>
                <a:lnTo>
                  <a:pt x="5600700" y="3009909"/>
                </a:lnTo>
                <a:cubicBezTo>
                  <a:pt x="5600700" y="3094072"/>
                  <a:pt x="5532472" y="3162300"/>
                  <a:pt x="5448309" y="3162300"/>
                </a:cubicBezTo>
                <a:lnTo>
                  <a:pt x="152391" y="3162300"/>
                </a:lnTo>
                <a:cubicBezTo>
                  <a:pt x="68228" y="3162300"/>
                  <a:pt x="0" y="3094072"/>
                  <a:pt x="0" y="3009909"/>
                </a:cubicBezTo>
                <a:lnTo>
                  <a:pt x="0" y="152391"/>
                </a:lnTo>
                <a:cubicBezTo>
                  <a:pt x="0" y="68284"/>
                  <a:pt x="68284" y="0"/>
                  <a:pt x="15239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6" name="Text 22">
            <a:extLst>
              <a:ext uri="{FF2B5EF4-FFF2-40B4-BE49-F238E27FC236}">
                <a16:creationId xmlns:a16="http://schemas.microsoft.com/office/drawing/2014/main" id="{D35FA021-16BD-94ED-050B-C70BD4EE1652}"/>
              </a:ext>
            </a:extLst>
          </p:cNvPr>
          <p:cNvSpPr/>
          <p:nvPr/>
        </p:nvSpPr>
        <p:spPr>
          <a:xfrm>
            <a:off x="6638925" y="4914900"/>
            <a:ext cx="5076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35" name="Text 31">
            <a:extLst>
              <a:ext uri="{FF2B5EF4-FFF2-40B4-BE49-F238E27FC236}">
                <a16:creationId xmlns:a16="http://schemas.microsoft.com/office/drawing/2014/main" id="{B652304A-D934-3A53-30E1-D7235941EEA6}"/>
              </a:ext>
            </a:extLst>
          </p:cNvPr>
          <p:cNvSpPr/>
          <p:nvPr/>
        </p:nvSpPr>
        <p:spPr>
          <a:xfrm>
            <a:off x="381000" y="6381750"/>
            <a:ext cx="7228114" cy="312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Group 05 | Rishat Bin Sultan, Fariha Islam, Nafia Haque Muskan, MD Tamim Hasan</a:t>
            </a:r>
            <a:endParaRPr lang="en-US" sz="1400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28B9D3C3-5472-75C3-9DCF-FC57742FAD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257300"/>
            <a:ext cx="11334750" cy="4904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715828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19100"/>
            <a:ext cx="76200" cy="304800"/>
          </a:xfrm>
          <a:custGeom>
            <a:avLst/>
            <a:gdLst/>
            <a:ahLst/>
            <a:cxnLst/>
            <a:rect l="l" t="t" r="r" b="b"/>
            <a:pathLst>
              <a:path w="76200" h="3048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266700"/>
                </a:lnTo>
                <a:cubicBezTo>
                  <a:pt x="76200" y="287728"/>
                  <a:pt x="59128" y="304800"/>
                  <a:pt x="381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71500" y="381000"/>
            <a:ext cx="50101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Veterinary Appointment System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771525"/>
            <a:ext cx="11325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Book consultations with specialized veterinarians online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81000" y="1257300"/>
            <a:ext cx="5600700" cy="3162300"/>
          </a:xfrm>
          <a:custGeom>
            <a:avLst/>
            <a:gdLst/>
            <a:ahLst/>
            <a:cxnLst/>
            <a:rect l="l" t="t" r="r" b="b"/>
            <a:pathLst>
              <a:path w="5600700" h="3162300">
                <a:moveTo>
                  <a:pt x="152391" y="0"/>
                </a:moveTo>
                <a:lnTo>
                  <a:pt x="5448309" y="0"/>
                </a:lnTo>
                <a:cubicBezTo>
                  <a:pt x="5532472" y="0"/>
                  <a:pt x="5600700" y="68228"/>
                  <a:pt x="5600700" y="152391"/>
                </a:cubicBezTo>
                <a:lnTo>
                  <a:pt x="5600700" y="3009909"/>
                </a:lnTo>
                <a:cubicBezTo>
                  <a:pt x="5600700" y="3094072"/>
                  <a:pt x="5532472" y="3162300"/>
                  <a:pt x="5448309" y="3162300"/>
                </a:cubicBezTo>
                <a:lnTo>
                  <a:pt x="152391" y="3162300"/>
                </a:lnTo>
                <a:cubicBezTo>
                  <a:pt x="68228" y="3162300"/>
                  <a:pt x="0" y="3094072"/>
                  <a:pt x="0" y="3009909"/>
                </a:cubicBezTo>
                <a:lnTo>
                  <a:pt x="0" y="152391"/>
                </a:lnTo>
                <a:cubicBezTo>
                  <a:pt x="0" y="68284"/>
                  <a:pt x="68284" y="0"/>
                  <a:pt x="15239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</p:sp>
      <p:pic>
        <p:nvPicPr>
          <p:cNvPr id="6" name="Image 0" descr="https://kimi-web-img.moonshot.cn/img/moonshot.cn/kimi-ppt/html-gen/uploads/Appointment_Page_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114425"/>
            <a:ext cx="11430000" cy="3590925"/>
          </a:xfrm>
          <a:prstGeom prst="roundRect">
            <a:avLst>
              <a:gd name="adj" fmla="val 4819"/>
            </a:avLst>
          </a:prstGeom>
        </p:spPr>
      </p:pic>
      <p:sp>
        <p:nvSpPr>
          <p:cNvPr id="13" name="Shape 10"/>
          <p:cNvSpPr/>
          <p:nvPr/>
        </p:nvSpPr>
        <p:spPr>
          <a:xfrm>
            <a:off x="3219450" y="5143500"/>
            <a:ext cx="2571750" cy="533400"/>
          </a:xfrm>
          <a:custGeom>
            <a:avLst/>
            <a:gdLst/>
            <a:ahLst/>
            <a:cxnLst/>
            <a:rect l="l" t="t" r="r" b="b"/>
            <a:pathLst>
              <a:path w="2571750" h="533400">
                <a:moveTo>
                  <a:pt x="76202" y="0"/>
                </a:moveTo>
                <a:lnTo>
                  <a:pt x="2495548" y="0"/>
                </a:lnTo>
                <a:cubicBezTo>
                  <a:pt x="2537633" y="0"/>
                  <a:pt x="2571750" y="34117"/>
                  <a:pt x="2571750" y="76202"/>
                </a:cubicBezTo>
                <a:lnTo>
                  <a:pt x="2571750" y="457198"/>
                </a:lnTo>
                <a:cubicBezTo>
                  <a:pt x="2571750" y="499283"/>
                  <a:pt x="2537633" y="533400"/>
                  <a:pt x="249554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19" name="Shape 16"/>
          <p:cNvSpPr/>
          <p:nvPr/>
        </p:nvSpPr>
        <p:spPr>
          <a:xfrm>
            <a:off x="3219450" y="5753100"/>
            <a:ext cx="2571750" cy="533400"/>
          </a:xfrm>
          <a:custGeom>
            <a:avLst/>
            <a:gdLst/>
            <a:ahLst/>
            <a:cxnLst/>
            <a:rect l="l" t="t" r="r" b="b"/>
            <a:pathLst>
              <a:path w="2571750" h="533400">
                <a:moveTo>
                  <a:pt x="76202" y="0"/>
                </a:moveTo>
                <a:lnTo>
                  <a:pt x="2495548" y="0"/>
                </a:lnTo>
                <a:cubicBezTo>
                  <a:pt x="2537633" y="0"/>
                  <a:pt x="2571750" y="34117"/>
                  <a:pt x="2571750" y="76202"/>
                </a:cubicBezTo>
                <a:lnTo>
                  <a:pt x="2571750" y="457198"/>
                </a:lnTo>
                <a:cubicBezTo>
                  <a:pt x="2571750" y="499283"/>
                  <a:pt x="2537633" y="533400"/>
                  <a:pt x="249554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24" name="Shape 20"/>
          <p:cNvSpPr/>
          <p:nvPr/>
        </p:nvSpPr>
        <p:spPr>
          <a:xfrm>
            <a:off x="2990850" y="4810124"/>
            <a:ext cx="5600700" cy="1628775"/>
          </a:xfrm>
          <a:custGeom>
            <a:avLst/>
            <a:gdLst/>
            <a:ahLst/>
            <a:cxnLst/>
            <a:rect l="l" t="t" r="r" b="b"/>
            <a:pathLst>
              <a:path w="5600700" h="1752600">
                <a:moveTo>
                  <a:pt x="152406" y="0"/>
                </a:moveTo>
                <a:lnTo>
                  <a:pt x="5448294" y="0"/>
                </a:lnTo>
                <a:cubicBezTo>
                  <a:pt x="5532465" y="0"/>
                  <a:pt x="5600700" y="68235"/>
                  <a:pt x="5600700" y="152406"/>
                </a:cubicBezTo>
                <a:lnTo>
                  <a:pt x="5600700" y="1600194"/>
                </a:lnTo>
                <a:cubicBezTo>
                  <a:pt x="5600700" y="1684365"/>
                  <a:pt x="5532465" y="1752600"/>
                  <a:pt x="5448294" y="1752600"/>
                </a:cubicBezTo>
                <a:lnTo>
                  <a:pt x="152406" y="1752600"/>
                </a:lnTo>
                <a:cubicBezTo>
                  <a:pt x="68235" y="1752600"/>
                  <a:pt x="0" y="1684365"/>
                  <a:pt x="0" y="1600194"/>
                </a:cubicBezTo>
                <a:lnTo>
                  <a:pt x="0" y="152406"/>
                </a:lnTo>
                <a:cubicBezTo>
                  <a:pt x="0" y="68291"/>
                  <a:pt x="68291" y="0"/>
                  <a:pt x="15240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4673715" y="49754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47625" y="0"/>
                </a:moveTo>
                <a:cubicBezTo>
                  <a:pt x="54211" y="0"/>
                  <a:pt x="59531" y="5321"/>
                  <a:pt x="59531" y="11906"/>
                </a:cubicBezTo>
                <a:lnTo>
                  <a:pt x="59531" y="23812"/>
                </a:lnTo>
                <a:lnTo>
                  <a:pt x="107156" y="23812"/>
                </a:lnTo>
                <a:lnTo>
                  <a:pt x="107156" y="11906"/>
                </a:lnTo>
                <a:cubicBezTo>
                  <a:pt x="107156" y="5321"/>
                  <a:pt x="112477" y="0"/>
                  <a:pt x="119063" y="0"/>
                </a:cubicBezTo>
                <a:cubicBezTo>
                  <a:pt x="125648" y="0"/>
                  <a:pt x="130969" y="5321"/>
                  <a:pt x="130969" y="11906"/>
                </a:cubicBezTo>
                <a:lnTo>
                  <a:pt x="130969" y="23812"/>
                </a:lnTo>
                <a:lnTo>
                  <a:pt x="142875" y="23812"/>
                </a:lnTo>
                <a:cubicBezTo>
                  <a:pt x="156009" y="23812"/>
                  <a:pt x="166688" y="34491"/>
                  <a:pt x="166688" y="47625"/>
                </a:cubicBezTo>
                <a:lnTo>
                  <a:pt x="166688" y="154781"/>
                </a:lnTo>
                <a:cubicBezTo>
                  <a:pt x="166688" y="167915"/>
                  <a:pt x="156009" y="178594"/>
                  <a:pt x="142875" y="178594"/>
                </a:cubicBezTo>
                <a:lnTo>
                  <a:pt x="23812" y="178594"/>
                </a:lnTo>
                <a:cubicBezTo>
                  <a:pt x="10678" y="178594"/>
                  <a:pt x="0" y="167915"/>
                  <a:pt x="0" y="154781"/>
                </a:cubicBezTo>
                <a:lnTo>
                  <a:pt x="0" y="47625"/>
                </a:lnTo>
                <a:cubicBezTo>
                  <a:pt x="0" y="34491"/>
                  <a:pt x="10678" y="23812"/>
                  <a:pt x="23812" y="23812"/>
                </a:cubicBezTo>
                <a:lnTo>
                  <a:pt x="35719" y="23812"/>
                </a:lnTo>
                <a:lnTo>
                  <a:pt x="35719" y="11906"/>
                </a:lnTo>
                <a:cubicBezTo>
                  <a:pt x="35719" y="5321"/>
                  <a:pt x="41039" y="0"/>
                  <a:pt x="47625" y="0"/>
                </a:cubicBezTo>
                <a:close/>
                <a:moveTo>
                  <a:pt x="114746" y="85092"/>
                </a:moveTo>
                <a:cubicBezTo>
                  <a:pt x="117351" y="80925"/>
                  <a:pt x="116086" y="75419"/>
                  <a:pt x="111919" y="72777"/>
                </a:cubicBezTo>
                <a:cubicBezTo>
                  <a:pt x="107752" y="70135"/>
                  <a:pt x="102245" y="71438"/>
                  <a:pt x="99603" y="75605"/>
                </a:cubicBezTo>
                <a:lnTo>
                  <a:pt x="76758" y="112179"/>
                </a:lnTo>
                <a:lnTo>
                  <a:pt x="66712" y="98785"/>
                </a:lnTo>
                <a:cubicBezTo>
                  <a:pt x="63736" y="94841"/>
                  <a:pt x="58155" y="94022"/>
                  <a:pt x="54211" y="96999"/>
                </a:cubicBezTo>
                <a:cubicBezTo>
                  <a:pt x="50267" y="99975"/>
                  <a:pt x="49448" y="105556"/>
                  <a:pt x="52425" y="109500"/>
                </a:cubicBezTo>
                <a:lnTo>
                  <a:pt x="70284" y="133313"/>
                </a:lnTo>
                <a:cubicBezTo>
                  <a:pt x="72033" y="135657"/>
                  <a:pt x="74861" y="136996"/>
                  <a:pt x="77800" y="136885"/>
                </a:cubicBezTo>
                <a:cubicBezTo>
                  <a:pt x="80739" y="136773"/>
                  <a:pt x="83418" y="135210"/>
                  <a:pt x="84981" y="132680"/>
                </a:cubicBezTo>
                <a:lnTo>
                  <a:pt x="114746" y="85055"/>
                </a:lnTo>
                <a:close/>
              </a:path>
            </a:pathLst>
          </a:custGeom>
          <a:solidFill>
            <a:srgbClr val="14B8A6"/>
          </a:solidFill>
          <a:ln/>
        </p:spPr>
      </p:sp>
      <p:sp>
        <p:nvSpPr>
          <p:cNvPr id="26" name="Text 22"/>
          <p:cNvSpPr/>
          <p:nvPr/>
        </p:nvSpPr>
        <p:spPr>
          <a:xfrm>
            <a:off x="4893810" y="4926125"/>
            <a:ext cx="5076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Booking Features</a:t>
            </a:r>
            <a:endParaRPr lang="en-US" sz="1600" dirty="0"/>
          </a:p>
        </p:txBody>
      </p:sp>
      <p:sp>
        <p:nvSpPr>
          <p:cNvPr id="27" name="Shape 23"/>
          <p:cNvSpPr/>
          <p:nvPr/>
        </p:nvSpPr>
        <p:spPr>
          <a:xfrm>
            <a:off x="4669972" y="52993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28" name="Text 24"/>
          <p:cNvSpPr/>
          <p:nvPr/>
        </p:nvSpPr>
        <p:spPr>
          <a:xfrm>
            <a:off x="4893810" y="5270725"/>
            <a:ext cx="2028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View doctor availability schedules</a:t>
            </a:r>
            <a:endParaRPr lang="en-US" sz="1600" dirty="0"/>
          </a:p>
        </p:txBody>
      </p:sp>
      <p:sp>
        <p:nvSpPr>
          <p:cNvPr id="29" name="Shape 25"/>
          <p:cNvSpPr/>
          <p:nvPr/>
        </p:nvSpPr>
        <p:spPr>
          <a:xfrm>
            <a:off x="4669972" y="55660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30" name="Text 26"/>
          <p:cNvSpPr/>
          <p:nvPr/>
        </p:nvSpPr>
        <p:spPr>
          <a:xfrm>
            <a:off x="4893810" y="5537425"/>
            <a:ext cx="2009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Simple appointment request form</a:t>
            </a:r>
            <a:endParaRPr lang="en-US" sz="1600" dirty="0"/>
          </a:p>
        </p:txBody>
      </p:sp>
      <p:sp>
        <p:nvSpPr>
          <p:cNvPr id="31" name="Shape 27"/>
          <p:cNvSpPr/>
          <p:nvPr/>
        </p:nvSpPr>
        <p:spPr>
          <a:xfrm>
            <a:off x="4669972" y="58327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32" name="Text 28"/>
          <p:cNvSpPr/>
          <p:nvPr/>
        </p:nvSpPr>
        <p:spPr>
          <a:xfrm>
            <a:off x="4893810" y="5804125"/>
            <a:ext cx="1590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Email confirmation system</a:t>
            </a:r>
            <a:endParaRPr lang="en-US" sz="1600" dirty="0"/>
          </a:p>
        </p:txBody>
      </p:sp>
      <p:sp>
        <p:nvSpPr>
          <p:cNvPr id="33" name="Shape 29"/>
          <p:cNvSpPr/>
          <p:nvPr/>
        </p:nvSpPr>
        <p:spPr>
          <a:xfrm>
            <a:off x="4669972" y="60994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34" name="Text 30"/>
          <p:cNvSpPr/>
          <p:nvPr/>
        </p:nvSpPr>
        <p:spPr>
          <a:xfrm>
            <a:off x="4893810" y="6086475"/>
            <a:ext cx="1800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Specialist selection dropdown</a:t>
            </a:r>
            <a:endParaRPr lang="en-US" sz="1600" dirty="0"/>
          </a:p>
        </p:txBody>
      </p:sp>
      <p:sp>
        <p:nvSpPr>
          <p:cNvPr id="35" name="Text 31"/>
          <p:cNvSpPr/>
          <p:nvPr/>
        </p:nvSpPr>
        <p:spPr>
          <a:xfrm>
            <a:off x="381000" y="6381749"/>
            <a:ext cx="6531429" cy="400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Group 05 | Rishat Bin Sultan, Fariha Islam, Nafia Haque Muskan, MD Tamim Hasan</a:t>
            </a:r>
            <a:endParaRPr lang="en-US" sz="1400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671DAFC5-6DFD-D5D1-A0A9-CB6F82121A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114424"/>
            <a:ext cx="11430000" cy="359092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19100"/>
            <a:ext cx="76200" cy="304800"/>
          </a:xfrm>
          <a:custGeom>
            <a:avLst/>
            <a:gdLst/>
            <a:ahLst/>
            <a:cxnLst/>
            <a:rect l="l" t="t" r="r" b="b"/>
            <a:pathLst>
              <a:path w="76200" h="3048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266700"/>
                </a:lnTo>
                <a:cubicBezTo>
                  <a:pt x="76200" y="287728"/>
                  <a:pt x="59128" y="304800"/>
                  <a:pt x="381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71500" y="381000"/>
            <a:ext cx="5886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Development Progress &amp; Future Plans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838200"/>
            <a:ext cx="11325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Current achievements and roadmap for AI integration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81000" y="1257300"/>
            <a:ext cx="5600700" cy="5219700"/>
          </a:xfrm>
          <a:custGeom>
            <a:avLst/>
            <a:gdLst/>
            <a:ahLst/>
            <a:cxnLst/>
            <a:rect l="l" t="t" r="r" b="b"/>
            <a:pathLst>
              <a:path w="5600700" h="5219700">
                <a:moveTo>
                  <a:pt x="152415" y="0"/>
                </a:moveTo>
                <a:lnTo>
                  <a:pt x="5448285" y="0"/>
                </a:lnTo>
                <a:cubicBezTo>
                  <a:pt x="5532461" y="0"/>
                  <a:pt x="5600700" y="68239"/>
                  <a:pt x="5600700" y="152415"/>
                </a:cubicBezTo>
                <a:lnTo>
                  <a:pt x="5600700" y="5067285"/>
                </a:lnTo>
                <a:cubicBezTo>
                  <a:pt x="5600700" y="5151461"/>
                  <a:pt x="5532461" y="5219700"/>
                  <a:pt x="5448285" y="5219700"/>
                </a:cubicBezTo>
                <a:lnTo>
                  <a:pt x="152415" y="5219700"/>
                </a:lnTo>
                <a:cubicBezTo>
                  <a:pt x="68239" y="5219700"/>
                  <a:pt x="0" y="5151461"/>
                  <a:pt x="0" y="5067285"/>
                </a:cubicBezTo>
                <a:lnTo>
                  <a:pt x="0" y="152415"/>
                </a:lnTo>
                <a:cubicBezTo>
                  <a:pt x="0" y="68239"/>
                  <a:pt x="68239" y="0"/>
                  <a:pt x="15241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09600" y="14859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D9488">
              <a:alpha val="1019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52475" y="16002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11576" y="29825"/>
                </a:moveTo>
                <a:cubicBezTo>
                  <a:pt x="116220" y="23440"/>
                  <a:pt x="114791" y="14511"/>
                  <a:pt x="108406" y="9867"/>
                </a:cubicBezTo>
                <a:cubicBezTo>
                  <a:pt x="102022" y="5224"/>
                  <a:pt x="93092" y="6653"/>
                  <a:pt x="88449" y="13037"/>
                </a:cubicBezTo>
                <a:lnTo>
                  <a:pt x="41121" y="78090"/>
                </a:lnTo>
                <a:lnTo>
                  <a:pt x="24378" y="61347"/>
                </a:lnTo>
                <a:cubicBezTo>
                  <a:pt x="18797" y="55766"/>
                  <a:pt x="9733" y="55766"/>
                  <a:pt x="4152" y="61347"/>
                </a:cubicBezTo>
                <a:cubicBezTo>
                  <a:pt x="-1429" y="66928"/>
                  <a:pt x="-1429" y="75992"/>
                  <a:pt x="4152" y="81573"/>
                </a:cubicBezTo>
                <a:lnTo>
                  <a:pt x="32727" y="110148"/>
                </a:lnTo>
                <a:cubicBezTo>
                  <a:pt x="35674" y="113094"/>
                  <a:pt x="39782" y="114613"/>
                  <a:pt x="43934" y="114300"/>
                </a:cubicBezTo>
                <a:cubicBezTo>
                  <a:pt x="48086" y="113987"/>
                  <a:pt x="51926" y="111844"/>
                  <a:pt x="54382" y="108451"/>
                </a:cubicBezTo>
                <a:lnTo>
                  <a:pt x="111532" y="29870"/>
                </a:lnTo>
                <a:close/>
                <a:moveTo>
                  <a:pt x="168726" y="90547"/>
                </a:moveTo>
                <a:cubicBezTo>
                  <a:pt x="173370" y="84162"/>
                  <a:pt x="171941" y="75233"/>
                  <a:pt x="165556" y="70589"/>
                </a:cubicBezTo>
                <a:cubicBezTo>
                  <a:pt x="159172" y="65946"/>
                  <a:pt x="150242" y="67374"/>
                  <a:pt x="145599" y="73759"/>
                </a:cubicBezTo>
                <a:lnTo>
                  <a:pt x="69696" y="178103"/>
                </a:lnTo>
                <a:lnTo>
                  <a:pt x="38666" y="147072"/>
                </a:lnTo>
                <a:cubicBezTo>
                  <a:pt x="33084" y="141491"/>
                  <a:pt x="24021" y="141491"/>
                  <a:pt x="18440" y="147072"/>
                </a:cubicBezTo>
                <a:cubicBezTo>
                  <a:pt x="12859" y="152653"/>
                  <a:pt x="12859" y="161717"/>
                  <a:pt x="18440" y="167298"/>
                </a:cubicBezTo>
                <a:lnTo>
                  <a:pt x="61302" y="210160"/>
                </a:lnTo>
                <a:cubicBezTo>
                  <a:pt x="64249" y="213107"/>
                  <a:pt x="68357" y="214625"/>
                  <a:pt x="72509" y="214313"/>
                </a:cubicBezTo>
                <a:cubicBezTo>
                  <a:pt x="76661" y="214000"/>
                  <a:pt x="80501" y="211857"/>
                  <a:pt x="82957" y="208464"/>
                </a:cubicBezTo>
                <a:lnTo>
                  <a:pt x="168682" y="90592"/>
                </a:ln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1181100" y="1562100"/>
            <a:ext cx="18764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Completed Tasks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8650" y="2133600"/>
            <a:ext cx="5124450" cy="723900"/>
          </a:xfrm>
          <a:custGeom>
            <a:avLst/>
            <a:gdLst/>
            <a:ahLst/>
            <a:cxnLst/>
            <a:rect l="l" t="t" r="r" b="b"/>
            <a:pathLst>
              <a:path w="5124450" h="723900">
                <a:moveTo>
                  <a:pt x="38100" y="0"/>
                </a:moveTo>
                <a:lnTo>
                  <a:pt x="5010153" y="0"/>
                </a:lnTo>
                <a:cubicBezTo>
                  <a:pt x="5073278" y="0"/>
                  <a:pt x="5124450" y="51172"/>
                  <a:pt x="5124450" y="114297"/>
                </a:cubicBezTo>
                <a:lnTo>
                  <a:pt x="5124450" y="609603"/>
                </a:lnTo>
                <a:cubicBezTo>
                  <a:pt x="5124450" y="672728"/>
                  <a:pt x="5073278" y="723900"/>
                  <a:pt x="5010153" y="723900"/>
                </a:cubicBezTo>
                <a:lnTo>
                  <a:pt x="38100" y="723900"/>
                </a:lnTo>
                <a:cubicBezTo>
                  <a:pt x="17072" y="723900"/>
                  <a:pt x="0" y="706828"/>
                  <a:pt x="0" y="685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10" name="Shape 8"/>
          <p:cNvSpPr/>
          <p:nvPr/>
        </p:nvSpPr>
        <p:spPr>
          <a:xfrm>
            <a:off x="628650" y="2133600"/>
            <a:ext cx="38100" cy="723900"/>
          </a:xfrm>
          <a:custGeom>
            <a:avLst/>
            <a:gdLst/>
            <a:ahLst/>
            <a:cxnLst/>
            <a:rect l="l" t="t" r="r" b="b"/>
            <a:pathLst>
              <a:path w="38100" h="723900">
                <a:moveTo>
                  <a:pt x="38100" y="0"/>
                </a:moveTo>
                <a:lnTo>
                  <a:pt x="38100" y="0"/>
                </a:lnTo>
                <a:lnTo>
                  <a:pt x="38100" y="723900"/>
                </a:lnTo>
                <a:lnTo>
                  <a:pt x="38100" y="723900"/>
                </a:lnTo>
                <a:cubicBezTo>
                  <a:pt x="17072" y="723900"/>
                  <a:pt x="0" y="706828"/>
                  <a:pt x="0" y="685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11" name="Shape 9"/>
          <p:cNvSpPr/>
          <p:nvPr/>
        </p:nvSpPr>
        <p:spPr>
          <a:xfrm>
            <a:off x="800100" y="2286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2286000"/>
            <a:ext cx="45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33500" y="2286000"/>
            <a:ext cx="3219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Rishat Bin Sultan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33500" y="2514600"/>
            <a:ext cx="441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Improved shop interface, product display, cart counter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8650" y="3009900"/>
            <a:ext cx="5124450" cy="723900"/>
          </a:xfrm>
          <a:custGeom>
            <a:avLst/>
            <a:gdLst/>
            <a:ahLst/>
            <a:cxnLst/>
            <a:rect l="l" t="t" r="r" b="b"/>
            <a:pathLst>
              <a:path w="5124450" h="723900">
                <a:moveTo>
                  <a:pt x="38100" y="0"/>
                </a:moveTo>
                <a:lnTo>
                  <a:pt x="5010153" y="0"/>
                </a:lnTo>
                <a:cubicBezTo>
                  <a:pt x="5073278" y="0"/>
                  <a:pt x="5124450" y="51172"/>
                  <a:pt x="5124450" y="114297"/>
                </a:cubicBezTo>
                <a:lnTo>
                  <a:pt x="5124450" y="609603"/>
                </a:lnTo>
                <a:cubicBezTo>
                  <a:pt x="5124450" y="672728"/>
                  <a:pt x="5073278" y="723900"/>
                  <a:pt x="5010153" y="723900"/>
                </a:cubicBezTo>
                <a:lnTo>
                  <a:pt x="38100" y="723900"/>
                </a:lnTo>
                <a:cubicBezTo>
                  <a:pt x="17072" y="723900"/>
                  <a:pt x="0" y="706828"/>
                  <a:pt x="0" y="685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16" name="Shape 14"/>
          <p:cNvSpPr/>
          <p:nvPr/>
        </p:nvSpPr>
        <p:spPr>
          <a:xfrm>
            <a:off x="628650" y="3009900"/>
            <a:ext cx="38100" cy="723900"/>
          </a:xfrm>
          <a:custGeom>
            <a:avLst/>
            <a:gdLst/>
            <a:ahLst/>
            <a:cxnLst/>
            <a:rect l="l" t="t" r="r" b="b"/>
            <a:pathLst>
              <a:path w="38100" h="723900">
                <a:moveTo>
                  <a:pt x="38100" y="0"/>
                </a:moveTo>
                <a:lnTo>
                  <a:pt x="38100" y="0"/>
                </a:lnTo>
                <a:lnTo>
                  <a:pt x="38100" y="723900"/>
                </a:lnTo>
                <a:lnTo>
                  <a:pt x="38100" y="723900"/>
                </a:lnTo>
                <a:cubicBezTo>
                  <a:pt x="17072" y="723900"/>
                  <a:pt x="0" y="706828"/>
                  <a:pt x="0" y="685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4B8A6"/>
          </a:solidFill>
          <a:ln/>
        </p:spPr>
      </p:sp>
      <p:sp>
        <p:nvSpPr>
          <p:cNvPr id="17" name="Shape 15"/>
          <p:cNvSpPr/>
          <p:nvPr/>
        </p:nvSpPr>
        <p:spPr>
          <a:xfrm>
            <a:off x="800100" y="31623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14B8A6"/>
          </a:solidFill>
          <a:ln/>
        </p:spPr>
      </p:sp>
      <p:sp>
        <p:nvSpPr>
          <p:cNvPr id="18" name="Text 16"/>
          <p:cNvSpPr/>
          <p:nvPr/>
        </p:nvSpPr>
        <p:spPr>
          <a:xfrm>
            <a:off x="762000" y="3162300"/>
            <a:ext cx="45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33500" y="3162300"/>
            <a:ext cx="3276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Nafia Haque Muskan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33500" y="3390900"/>
            <a:ext cx="44958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Developed appointment booking page for consultations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28650" y="3886200"/>
            <a:ext cx="5124450" cy="723900"/>
          </a:xfrm>
          <a:custGeom>
            <a:avLst/>
            <a:gdLst/>
            <a:ahLst/>
            <a:cxnLst/>
            <a:rect l="l" t="t" r="r" b="b"/>
            <a:pathLst>
              <a:path w="5124450" h="723900">
                <a:moveTo>
                  <a:pt x="38100" y="0"/>
                </a:moveTo>
                <a:lnTo>
                  <a:pt x="5010153" y="0"/>
                </a:lnTo>
                <a:cubicBezTo>
                  <a:pt x="5073278" y="0"/>
                  <a:pt x="5124450" y="51172"/>
                  <a:pt x="5124450" y="114297"/>
                </a:cubicBezTo>
                <a:lnTo>
                  <a:pt x="5124450" y="609603"/>
                </a:lnTo>
                <a:cubicBezTo>
                  <a:pt x="5124450" y="672728"/>
                  <a:pt x="5073278" y="723900"/>
                  <a:pt x="5010153" y="723900"/>
                </a:cubicBezTo>
                <a:lnTo>
                  <a:pt x="38100" y="723900"/>
                </a:lnTo>
                <a:cubicBezTo>
                  <a:pt x="17072" y="723900"/>
                  <a:pt x="0" y="706828"/>
                  <a:pt x="0" y="685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22" name="Shape 20"/>
          <p:cNvSpPr/>
          <p:nvPr/>
        </p:nvSpPr>
        <p:spPr>
          <a:xfrm>
            <a:off x="628650" y="3886200"/>
            <a:ext cx="38100" cy="723900"/>
          </a:xfrm>
          <a:custGeom>
            <a:avLst/>
            <a:gdLst/>
            <a:ahLst/>
            <a:cxnLst/>
            <a:rect l="l" t="t" r="r" b="b"/>
            <a:pathLst>
              <a:path w="38100" h="723900">
                <a:moveTo>
                  <a:pt x="38100" y="0"/>
                </a:moveTo>
                <a:lnTo>
                  <a:pt x="38100" y="0"/>
                </a:lnTo>
                <a:lnTo>
                  <a:pt x="38100" y="723900"/>
                </a:lnTo>
                <a:lnTo>
                  <a:pt x="38100" y="723900"/>
                </a:lnTo>
                <a:cubicBezTo>
                  <a:pt x="17072" y="723900"/>
                  <a:pt x="0" y="706828"/>
                  <a:pt x="0" y="685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23" name="Shape 21"/>
          <p:cNvSpPr/>
          <p:nvPr/>
        </p:nvSpPr>
        <p:spPr>
          <a:xfrm>
            <a:off x="800100" y="40386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762000" y="4038600"/>
            <a:ext cx="45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33500" y="4038600"/>
            <a:ext cx="3219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MD Tamim Hasan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333500" y="4267200"/>
            <a:ext cx="420052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Backend logic for appointments &amp; database integration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28650" y="4762500"/>
            <a:ext cx="5124450" cy="723900"/>
          </a:xfrm>
          <a:custGeom>
            <a:avLst/>
            <a:gdLst/>
            <a:ahLst/>
            <a:cxnLst/>
            <a:rect l="l" t="t" r="r" b="b"/>
            <a:pathLst>
              <a:path w="5124450" h="723900">
                <a:moveTo>
                  <a:pt x="38100" y="0"/>
                </a:moveTo>
                <a:lnTo>
                  <a:pt x="5010153" y="0"/>
                </a:lnTo>
                <a:cubicBezTo>
                  <a:pt x="5073278" y="0"/>
                  <a:pt x="5124450" y="51172"/>
                  <a:pt x="5124450" y="114297"/>
                </a:cubicBezTo>
                <a:lnTo>
                  <a:pt x="5124450" y="609603"/>
                </a:lnTo>
                <a:cubicBezTo>
                  <a:pt x="5124450" y="672728"/>
                  <a:pt x="5073278" y="723900"/>
                  <a:pt x="5010153" y="723900"/>
                </a:cubicBezTo>
                <a:lnTo>
                  <a:pt x="38100" y="723900"/>
                </a:lnTo>
                <a:cubicBezTo>
                  <a:pt x="17072" y="723900"/>
                  <a:pt x="0" y="706828"/>
                  <a:pt x="0" y="685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28" name="Shape 26"/>
          <p:cNvSpPr/>
          <p:nvPr/>
        </p:nvSpPr>
        <p:spPr>
          <a:xfrm>
            <a:off x="628650" y="4762500"/>
            <a:ext cx="38100" cy="723900"/>
          </a:xfrm>
          <a:custGeom>
            <a:avLst/>
            <a:gdLst/>
            <a:ahLst/>
            <a:cxnLst/>
            <a:rect l="l" t="t" r="r" b="b"/>
            <a:pathLst>
              <a:path w="38100" h="723900">
                <a:moveTo>
                  <a:pt x="38100" y="0"/>
                </a:moveTo>
                <a:lnTo>
                  <a:pt x="38100" y="0"/>
                </a:lnTo>
                <a:lnTo>
                  <a:pt x="38100" y="723900"/>
                </a:lnTo>
                <a:lnTo>
                  <a:pt x="38100" y="723900"/>
                </a:lnTo>
                <a:cubicBezTo>
                  <a:pt x="17072" y="723900"/>
                  <a:pt x="0" y="706828"/>
                  <a:pt x="0" y="685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4B8A6"/>
          </a:solidFill>
          <a:ln/>
        </p:spPr>
      </p:sp>
      <p:sp>
        <p:nvSpPr>
          <p:cNvPr id="29" name="Shape 27"/>
          <p:cNvSpPr/>
          <p:nvPr/>
        </p:nvSpPr>
        <p:spPr>
          <a:xfrm>
            <a:off x="800100" y="49149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14B8A6"/>
          </a:solidFill>
          <a:ln/>
        </p:spPr>
      </p:sp>
      <p:sp>
        <p:nvSpPr>
          <p:cNvPr id="30" name="Text 28"/>
          <p:cNvSpPr/>
          <p:nvPr/>
        </p:nvSpPr>
        <p:spPr>
          <a:xfrm>
            <a:off x="762000" y="4914900"/>
            <a:ext cx="45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333500" y="4914900"/>
            <a:ext cx="260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Fariha Islam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333500" y="5143500"/>
            <a:ext cx="374332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testing, UI improvements, bug fixing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210300" y="1257300"/>
            <a:ext cx="5600700" cy="5219700"/>
          </a:xfrm>
          <a:custGeom>
            <a:avLst/>
            <a:gdLst/>
            <a:ahLst/>
            <a:cxnLst/>
            <a:rect l="l" t="t" r="r" b="b"/>
            <a:pathLst>
              <a:path w="5600700" h="5219700">
                <a:moveTo>
                  <a:pt x="152415" y="0"/>
                </a:moveTo>
                <a:lnTo>
                  <a:pt x="5448285" y="0"/>
                </a:lnTo>
                <a:cubicBezTo>
                  <a:pt x="5532461" y="0"/>
                  <a:pt x="5600700" y="68239"/>
                  <a:pt x="5600700" y="152415"/>
                </a:cubicBezTo>
                <a:lnTo>
                  <a:pt x="5600700" y="5067285"/>
                </a:lnTo>
                <a:cubicBezTo>
                  <a:pt x="5600700" y="5151461"/>
                  <a:pt x="5532461" y="5219700"/>
                  <a:pt x="5448285" y="5219700"/>
                </a:cubicBezTo>
                <a:lnTo>
                  <a:pt x="152415" y="5219700"/>
                </a:lnTo>
                <a:cubicBezTo>
                  <a:pt x="68239" y="5219700"/>
                  <a:pt x="0" y="5151461"/>
                  <a:pt x="0" y="5067285"/>
                </a:cubicBezTo>
                <a:lnTo>
                  <a:pt x="0" y="152415"/>
                </a:lnTo>
                <a:cubicBezTo>
                  <a:pt x="0" y="68239"/>
                  <a:pt x="68239" y="0"/>
                  <a:pt x="15241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438900" y="14859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4B8A6">
              <a:alpha val="10196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553200" y="16002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7150" y="142875"/>
                </a:moveTo>
                <a:lnTo>
                  <a:pt x="10939" y="142875"/>
                </a:lnTo>
                <a:cubicBezTo>
                  <a:pt x="-179" y="142875"/>
                  <a:pt x="-7010" y="130775"/>
                  <a:pt x="-1295" y="121221"/>
                </a:cubicBezTo>
                <a:lnTo>
                  <a:pt x="22324" y="81841"/>
                </a:lnTo>
                <a:cubicBezTo>
                  <a:pt x="26209" y="75367"/>
                  <a:pt x="33174" y="71438"/>
                  <a:pt x="40719" y="71438"/>
                </a:cubicBezTo>
                <a:lnTo>
                  <a:pt x="83135" y="71438"/>
                </a:lnTo>
                <a:cubicBezTo>
                  <a:pt x="117113" y="13886"/>
                  <a:pt x="167789" y="10984"/>
                  <a:pt x="201677" y="15939"/>
                </a:cubicBezTo>
                <a:cubicBezTo>
                  <a:pt x="207392" y="16788"/>
                  <a:pt x="211857" y="21253"/>
                  <a:pt x="212661" y="26923"/>
                </a:cubicBezTo>
                <a:cubicBezTo>
                  <a:pt x="217616" y="60811"/>
                  <a:pt x="214714" y="111487"/>
                  <a:pt x="157163" y="145465"/>
                </a:cubicBezTo>
                <a:lnTo>
                  <a:pt x="157163" y="187881"/>
                </a:lnTo>
                <a:cubicBezTo>
                  <a:pt x="157163" y="195426"/>
                  <a:pt x="153233" y="202391"/>
                  <a:pt x="146759" y="206276"/>
                </a:cubicBezTo>
                <a:lnTo>
                  <a:pt x="107379" y="229895"/>
                </a:lnTo>
                <a:cubicBezTo>
                  <a:pt x="97869" y="235610"/>
                  <a:pt x="85725" y="228734"/>
                  <a:pt x="85725" y="217661"/>
                </a:cubicBezTo>
                <a:lnTo>
                  <a:pt x="85725" y="171450"/>
                </a:lnTo>
                <a:cubicBezTo>
                  <a:pt x="85725" y="155689"/>
                  <a:pt x="72911" y="142875"/>
                  <a:pt x="57150" y="142875"/>
                </a:cubicBezTo>
                <a:lnTo>
                  <a:pt x="57105" y="142875"/>
                </a:lnTo>
                <a:close/>
                <a:moveTo>
                  <a:pt x="178594" y="71438"/>
                </a:moveTo>
                <a:cubicBezTo>
                  <a:pt x="178594" y="59609"/>
                  <a:pt x="168991" y="50006"/>
                  <a:pt x="157163" y="50006"/>
                </a:cubicBezTo>
                <a:cubicBezTo>
                  <a:pt x="145334" y="50006"/>
                  <a:pt x="135731" y="59609"/>
                  <a:pt x="135731" y="71438"/>
                </a:cubicBezTo>
                <a:cubicBezTo>
                  <a:pt x="135731" y="83266"/>
                  <a:pt x="145334" y="92869"/>
                  <a:pt x="157163" y="92869"/>
                </a:cubicBezTo>
                <a:cubicBezTo>
                  <a:pt x="168991" y="92869"/>
                  <a:pt x="178594" y="83266"/>
                  <a:pt x="178594" y="71438"/>
                </a:cubicBezTo>
                <a:close/>
              </a:path>
            </a:pathLst>
          </a:custGeom>
          <a:solidFill>
            <a:srgbClr val="14B8A6"/>
          </a:solidFill>
          <a:ln/>
        </p:spPr>
      </p:sp>
      <p:sp>
        <p:nvSpPr>
          <p:cNvPr id="36" name="Text 34"/>
          <p:cNvSpPr/>
          <p:nvPr/>
        </p:nvSpPr>
        <p:spPr>
          <a:xfrm>
            <a:off x="7010400" y="1562100"/>
            <a:ext cx="17811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Future Roadmap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438900" y="2133600"/>
            <a:ext cx="5143500" cy="723900"/>
          </a:xfrm>
          <a:custGeom>
            <a:avLst/>
            <a:gdLst/>
            <a:ahLst/>
            <a:cxnLst/>
            <a:rect l="l" t="t" r="r" b="b"/>
            <a:pathLst>
              <a:path w="5143500" h="723900">
                <a:moveTo>
                  <a:pt x="114297" y="0"/>
                </a:moveTo>
                <a:lnTo>
                  <a:pt x="5029203" y="0"/>
                </a:lnTo>
                <a:cubicBezTo>
                  <a:pt x="5092328" y="0"/>
                  <a:pt x="5143500" y="51172"/>
                  <a:pt x="5143500" y="114297"/>
                </a:cubicBezTo>
                <a:lnTo>
                  <a:pt x="5143500" y="609603"/>
                </a:lnTo>
                <a:cubicBezTo>
                  <a:pt x="5143500" y="672728"/>
                  <a:pt x="5092328" y="723900"/>
                  <a:pt x="5029203" y="723900"/>
                </a:cubicBezTo>
                <a:lnTo>
                  <a:pt x="114297" y="723900"/>
                </a:lnTo>
                <a:cubicBezTo>
                  <a:pt x="51172" y="723900"/>
                  <a:pt x="0" y="672728"/>
                  <a:pt x="0" y="6096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gradFill flip="none" rotWithShape="1">
            <a:gsLst>
              <a:gs pos="0">
                <a:srgbClr val="0D9488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38" name="Shape 36"/>
          <p:cNvSpPr/>
          <p:nvPr/>
        </p:nvSpPr>
        <p:spPr>
          <a:xfrm>
            <a:off x="6591300" y="2286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39" name="Text 37"/>
          <p:cNvSpPr/>
          <p:nvPr/>
        </p:nvSpPr>
        <p:spPr>
          <a:xfrm>
            <a:off x="6553200" y="2286000"/>
            <a:ext cx="45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124700" y="2286000"/>
            <a:ext cx="3248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Dataset Collection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124700" y="2514600"/>
            <a:ext cx="426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Gather veterinary disease datasets for pets and animals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6438900" y="3009900"/>
            <a:ext cx="5143500" cy="723900"/>
          </a:xfrm>
          <a:custGeom>
            <a:avLst/>
            <a:gdLst/>
            <a:ahLst/>
            <a:cxnLst/>
            <a:rect l="l" t="t" r="r" b="b"/>
            <a:pathLst>
              <a:path w="5143500" h="723900">
                <a:moveTo>
                  <a:pt x="114297" y="0"/>
                </a:moveTo>
                <a:lnTo>
                  <a:pt x="5029203" y="0"/>
                </a:lnTo>
                <a:cubicBezTo>
                  <a:pt x="5092328" y="0"/>
                  <a:pt x="5143500" y="51172"/>
                  <a:pt x="5143500" y="114297"/>
                </a:cubicBezTo>
                <a:lnTo>
                  <a:pt x="5143500" y="609603"/>
                </a:lnTo>
                <a:cubicBezTo>
                  <a:pt x="5143500" y="672728"/>
                  <a:pt x="5092328" y="723900"/>
                  <a:pt x="5029203" y="723900"/>
                </a:cubicBezTo>
                <a:lnTo>
                  <a:pt x="114297" y="723900"/>
                </a:lnTo>
                <a:cubicBezTo>
                  <a:pt x="51172" y="723900"/>
                  <a:pt x="0" y="672728"/>
                  <a:pt x="0" y="6096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gradFill flip="none" rotWithShape="1">
            <a:gsLst>
              <a:gs pos="0">
                <a:srgbClr val="14B8A6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3" name="Shape 41"/>
          <p:cNvSpPr/>
          <p:nvPr/>
        </p:nvSpPr>
        <p:spPr>
          <a:xfrm>
            <a:off x="6591300" y="31623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14B8A6"/>
          </a:solidFill>
          <a:ln/>
        </p:spPr>
      </p:sp>
      <p:sp>
        <p:nvSpPr>
          <p:cNvPr id="44" name="Text 42"/>
          <p:cNvSpPr/>
          <p:nvPr/>
        </p:nvSpPr>
        <p:spPr>
          <a:xfrm>
            <a:off x="6553200" y="3162300"/>
            <a:ext cx="45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124700" y="3162300"/>
            <a:ext cx="2600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Preprocessing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124700" y="3390900"/>
            <a:ext cx="3733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Prepare and clean data for machine learning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6438900" y="3886200"/>
            <a:ext cx="5143500" cy="723900"/>
          </a:xfrm>
          <a:custGeom>
            <a:avLst/>
            <a:gdLst/>
            <a:ahLst/>
            <a:cxnLst/>
            <a:rect l="l" t="t" r="r" b="b"/>
            <a:pathLst>
              <a:path w="5143500" h="723900">
                <a:moveTo>
                  <a:pt x="114297" y="0"/>
                </a:moveTo>
                <a:lnTo>
                  <a:pt x="5029203" y="0"/>
                </a:lnTo>
                <a:cubicBezTo>
                  <a:pt x="5092328" y="0"/>
                  <a:pt x="5143500" y="51172"/>
                  <a:pt x="5143500" y="114297"/>
                </a:cubicBezTo>
                <a:lnTo>
                  <a:pt x="5143500" y="609603"/>
                </a:lnTo>
                <a:cubicBezTo>
                  <a:pt x="5143500" y="672728"/>
                  <a:pt x="5092328" y="723900"/>
                  <a:pt x="5029203" y="723900"/>
                </a:cubicBezTo>
                <a:lnTo>
                  <a:pt x="114297" y="723900"/>
                </a:lnTo>
                <a:cubicBezTo>
                  <a:pt x="51172" y="723900"/>
                  <a:pt x="0" y="672728"/>
                  <a:pt x="0" y="6096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gradFill flip="none" rotWithShape="1">
            <a:gsLst>
              <a:gs pos="0">
                <a:srgbClr val="0D9488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8" name="Shape 46"/>
          <p:cNvSpPr/>
          <p:nvPr/>
        </p:nvSpPr>
        <p:spPr>
          <a:xfrm>
            <a:off x="6591300" y="40386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49" name="Text 47"/>
          <p:cNvSpPr/>
          <p:nvPr/>
        </p:nvSpPr>
        <p:spPr>
          <a:xfrm>
            <a:off x="6553200" y="4038600"/>
            <a:ext cx="45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124700" y="4038600"/>
            <a:ext cx="3448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ML Model Training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7124700" y="4267200"/>
            <a:ext cx="46863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Train disease detection models using Python &amp; Scikit-learn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6438900" y="4762500"/>
            <a:ext cx="5143500" cy="723900"/>
          </a:xfrm>
          <a:custGeom>
            <a:avLst/>
            <a:gdLst/>
            <a:ahLst/>
            <a:cxnLst/>
            <a:rect l="l" t="t" r="r" b="b"/>
            <a:pathLst>
              <a:path w="5143500" h="723900">
                <a:moveTo>
                  <a:pt x="114297" y="0"/>
                </a:moveTo>
                <a:lnTo>
                  <a:pt x="5029203" y="0"/>
                </a:lnTo>
                <a:cubicBezTo>
                  <a:pt x="5092328" y="0"/>
                  <a:pt x="5143500" y="51172"/>
                  <a:pt x="5143500" y="114297"/>
                </a:cubicBezTo>
                <a:lnTo>
                  <a:pt x="5143500" y="609603"/>
                </a:lnTo>
                <a:cubicBezTo>
                  <a:pt x="5143500" y="672728"/>
                  <a:pt x="5092328" y="723900"/>
                  <a:pt x="5029203" y="723900"/>
                </a:cubicBezTo>
                <a:lnTo>
                  <a:pt x="114297" y="723900"/>
                </a:lnTo>
                <a:cubicBezTo>
                  <a:pt x="51172" y="723900"/>
                  <a:pt x="0" y="672728"/>
                  <a:pt x="0" y="6096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gradFill flip="none" rotWithShape="1">
            <a:gsLst>
              <a:gs pos="0">
                <a:srgbClr val="14B8A6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53" name="Shape 51"/>
          <p:cNvSpPr/>
          <p:nvPr/>
        </p:nvSpPr>
        <p:spPr>
          <a:xfrm>
            <a:off x="6591300" y="49149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14B8A6"/>
          </a:solidFill>
          <a:ln/>
        </p:spPr>
      </p:sp>
      <p:sp>
        <p:nvSpPr>
          <p:cNvPr id="54" name="Text 52"/>
          <p:cNvSpPr/>
          <p:nvPr/>
        </p:nvSpPr>
        <p:spPr>
          <a:xfrm>
            <a:off x="6553200" y="4914900"/>
            <a:ext cx="45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7124700" y="4914900"/>
            <a:ext cx="2981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Django Integration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7124699" y="5143500"/>
            <a:ext cx="402227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Integrate AI model for real-time disease prediction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381000" y="6381750"/>
            <a:ext cx="6591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Group 05 | Rishat Bin Sultan, Fariha Islam, Nafia Haque Muskan, MD Tamim Hasan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D9488">
                  <a:alpha val="10000"/>
                </a:srgbClr>
              </a:gs>
              <a:gs pos="50000">
                <a:srgbClr val="000000">
                  <a:alpha val="0"/>
                </a:srgbClr>
              </a:gs>
              <a:gs pos="100000">
                <a:srgbClr val="14B8A6">
                  <a:alpha val="5000"/>
                </a:srgbClr>
              </a:gs>
            </a:gsLst>
            <a:lin ang="27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5562600" y="723900"/>
            <a:ext cx="1066800" cy="1066800"/>
          </a:xfrm>
          <a:custGeom>
            <a:avLst/>
            <a:gdLst/>
            <a:ahLst/>
            <a:cxnLst/>
            <a:rect l="l" t="t" r="r" b="b"/>
            <a:pathLst>
              <a:path w="1066800" h="1066800">
                <a:moveTo>
                  <a:pt x="228605" y="0"/>
                </a:moveTo>
                <a:lnTo>
                  <a:pt x="838195" y="0"/>
                </a:lnTo>
                <a:cubicBezTo>
                  <a:pt x="964366" y="0"/>
                  <a:pt x="1066800" y="102434"/>
                  <a:pt x="1066800" y="228605"/>
                </a:cubicBezTo>
                <a:lnTo>
                  <a:pt x="1066800" y="838195"/>
                </a:lnTo>
                <a:cubicBezTo>
                  <a:pt x="1066800" y="964366"/>
                  <a:pt x="964366" y="1066800"/>
                  <a:pt x="838195" y="1066800"/>
                </a:cubicBezTo>
                <a:lnTo>
                  <a:pt x="228605" y="1066800"/>
                </a:lnTo>
                <a:cubicBezTo>
                  <a:pt x="102434" y="1066800"/>
                  <a:pt x="0" y="964366"/>
                  <a:pt x="0" y="838195"/>
                </a:cubicBezTo>
                <a:lnTo>
                  <a:pt x="0" y="228605"/>
                </a:lnTo>
                <a:cubicBezTo>
                  <a:pt x="0" y="102434"/>
                  <a:pt x="102434" y="0"/>
                  <a:pt x="228605" y="0"/>
                </a:cubicBezTo>
                <a:close/>
              </a:path>
            </a:pathLst>
          </a:custGeom>
          <a:gradFill flip="none" rotWithShape="1">
            <a:gsLst>
              <a:gs pos="0">
                <a:srgbClr val="0D9488"/>
              </a:gs>
              <a:gs pos="100000">
                <a:srgbClr val="14B8A6"/>
              </a:gs>
            </a:gsLst>
            <a:lin ang="2700000" scaled="1"/>
          </a:gradFill>
          <a:ln/>
          <a:effectLst>
            <a:outerShdw blurRad="476250" dist="238125" dir="5400000" algn="bl" rotWithShape="0">
              <a:srgbClr val="000000">
                <a:alpha val="25098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810250" y="971550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269007" y="97222"/>
                </a:moveTo>
                <a:lnTo>
                  <a:pt x="285750" y="120328"/>
                </a:lnTo>
                <a:lnTo>
                  <a:pt x="302493" y="97222"/>
                </a:lnTo>
                <a:cubicBezTo>
                  <a:pt x="330398" y="58601"/>
                  <a:pt x="375270" y="35719"/>
                  <a:pt x="422932" y="35719"/>
                </a:cubicBezTo>
                <a:cubicBezTo>
                  <a:pt x="504974" y="35719"/>
                  <a:pt x="571500" y="102245"/>
                  <a:pt x="571500" y="184286"/>
                </a:cubicBezTo>
                <a:lnTo>
                  <a:pt x="571500" y="187189"/>
                </a:lnTo>
                <a:cubicBezTo>
                  <a:pt x="571500" y="312427"/>
                  <a:pt x="415342" y="457870"/>
                  <a:pt x="333859" y="520043"/>
                </a:cubicBezTo>
                <a:cubicBezTo>
                  <a:pt x="320018" y="530535"/>
                  <a:pt x="303051" y="535781"/>
                  <a:pt x="285750" y="535781"/>
                </a:cubicBezTo>
                <a:cubicBezTo>
                  <a:pt x="268449" y="535781"/>
                  <a:pt x="251371" y="530647"/>
                  <a:pt x="237641" y="520043"/>
                </a:cubicBezTo>
                <a:cubicBezTo>
                  <a:pt x="156158" y="457870"/>
                  <a:pt x="0" y="312427"/>
                  <a:pt x="0" y="187189"/>
                </a:cubicBezTo>
                <a:lnTo>
                  <a:pt x="0" y="184286"/>
                </a:lnTo>
                <a:cubicBezTo>
                  <a:pt x="0" y="102245"/>
                  <a:pt x="66526" y="35719"/>
                  <a:pt x="148568" y="35719"/>
                </a:cubicBezTo>
                <a:cubicBezTo>
                  <a:pt x="196230" y="35719"/>
                  <a:pt x="241102" y="58601"/>
                  <a:pt x="269007" y="9722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4627761" y="2400300"/>
            <a:ext cx="29337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5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0" y="320040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19050" y="0"/>
                </a:moveTo>
                <a:lnTo>
                  <a:pt x="1200150" y="0"/>
                </a:lnTo>
                <a:cubicBezTo>
                  <a:pt x="1210664" y="0"/>
                  <a:pt x="1219200" y="8536"/>
                  <a:pt x="1219200" y="19050"/>
                </a:cubicBezTo>
                <a:lnTo>
                  <a:pt x="1219200" y="19050"/>
                </a:lnTo>
                <a:cubicBezTo>
                  <a:pt x="1219200" y="29564"/>
                  <a:pt x="1210664" y="38100"/>
                  <a:pt x="12001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4571901" y="3543300"/>
            <a:ext cx="304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015879" y="4343400"/>
            <a:ext cx="1962150" cy="1066800"/>
          </a:xfrm>
          <a:custGeom>
            <a:avLst/>
            <a:gdLst/>
            <a:ahLst/>
            <a:cxnLst/>
            <a:rect l="l" t="t" r="r" b="b"/>
            <a:pathLst>
              <a:path w="1962150" h="1066800">
                <a:moveTo>
                  <a:pt x="152403" y="0"/>
                </a:moveTo>
                <a:lnTo>
                  <a:pt x="1809747" y="0"/>
                </a:lnTo>
                <a:cubicBezTo>
                  <a:pt x="1893917" y="0"/>
                  <a:pt x="1962150" y="68233"/>
                  <a:pt x="1962150" y="152403"/>
                </a:cubicBezTo>
                <a:lnTo>
                  <a:pt x="1962150" y="914397"/>
                </a:lnTo>
                <a:cubicBezTo>
                  <a:pt x="1962150" y="998510"/>
                  <a:pt x="1893860" y="1066800"/>
                  <a:pt x="1809747" y="1066800"/>
                </a:cubicBezTo>
                <a:lnTo>
                  <a:pt x="152403" y="1066800"/>
                </a:lnTo>
                <a:cubicBezTo>
                  <a:pt x="68233" y="1066800"/>
                  <a:pt x="0" y="998567"/>
                  <a:pt x="0" y="9143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59077" y="45910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1431" y="28575"/>
                </a:moveTo>
                <a:cubicBezTo>
                  <a:pt x="9599" y="28575"/>
                  <a:pt x="0" y="38174"/>
                  <a:pt x="0" y="50006"/>
                </a:cubicBezTo>
                <a:cubicBezTo>
                  <a:pt x="0" y="56748"/>
                  <a:pt x="3170" y="63088"/>
                  <a:pt x="8573" y="67151"/>
                </a:cubicBezTo>
                <a:lnTo>
                  <a:pt x="101441" y="136803"/>
                </a:lnTo>
                <a:cubicBezTo>
                  <a:pt x="109076" y="142518"/>
                  <a:pt x="119524" y="142518"/>
                  <a:pt x="127159" y="136803"/>
                </a:cubicBezTo>
                <a:lnTo>
                  <a:pt x="220028" y="67151"/>
                </a:lnTo>
                <a:cubicBezTo>
                  <a:pt x="225430" y="63088"/>
                  <a:pt x="228600" y="56748"/>
                  <a:pt x="228600" y="50006"/>
                </a:cubicBezTo>
                <a:cubicBezTo>
                  <a:pt x="228600" y="38174"/>
                  <a:pt x="219001" y="28575"/>
                  <a:pt x="207169" y="28575"/>
                </a:cubicBezTo>
                <a:lnTo>
                  <a:pt x="21431" y="28575"/>
                </a:lnTo>
                <a:close/>
                <a:moveTo>
                  <a:pt x="0" y="87511"/>
                </a:moveTo>
                <a:lnTo>
                  <a:pt x="0" y="171450"/>
                </a:lnTo>
                <a:cubicBezTo>
                  <a:pt x="0" y="187211"/>
                  <a:pt x="12814" y="200025"/>
                  <a:pt x="28575" y="200025"/>
                </a:cubicBezTo>
                <a:lnTo>
                  <a:pt x="200025" y="200025"/>
                </a:lnTo>
                <a:cubicBezTo>
                  <a:pt x="215786" y="200025"/>
                  <a:pt x="228600" y="187211"/>
                  <a:pt x="228600" y="171450"/>
                </a:cubicBezTo>
                <a:lnTo>
                  <a:pt x="228600" y="87511"/>
                </a:lnTo>
                <a:lnTo>
                  <a:pt x="140018" y="153948"/>
                </a:lnTo>
                <a:cubicBezTo>
                  <a:pt x="124792" y="165378"/>
                  <a:pt x="103808" y="165378"/>
                  <a:pt x="88583" y="153948"/>
                </a:cubicBezTo>
                <a:lnTo>
                  <a:pt x="0" y="87511"/>
                </a:ln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4682927" y="4572000"/>
            <a:ext cx="1028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Contact Us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206379" y="4953000"/>
            <a:ext cx="1581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Group 05 - CSE 299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0300" y="4343400"/>
            <a:ext cx="1962150" cy="1066800"/>
          </a:xfrm>
          <a:custGeom>
            <a:avLst/>
            <a:gdLst/>
            <a:ahLst/>
            <a:cxnLst/>
            <a:rect l="l" t="t" r="r" b="b"/>
            <a:pathLst>
              <a:path w="1962150" h="1066800">
                <a:moveTo>
                  <a:pt x="152403" y="0"/>
                </a:moveTo>
                <a:lnTo>
                  <a:pt x="1809747" y="0"/>
                </a:lnTo>
                <a:cubicBezTo>
                  <a:pt x="1893917" y="0"/>
                  <a:pt x="1962150" y="68233"/>
                  <a:pt x="1962150" y="152403"/>
                </a:cubicBezTo>
                <a:lnTo>
                  <a:pt x="1962150" y="914397"/>
                </a:lnTo>
                <a:cubicBezTo>
                  <a:pt x="1962150" y="998510"/>
                  <a:pt x="1893860" y="1066800"/>
                  <a:pt x="1809747" y="1066800"/>
                </a:cubicBezTo>
                <a:lnTo>
                  <a:pt x="152403" y="1066800"/>
                </a:lnTo>
                <a:cubicBezTo>
                  <a:pt x="68233" y="1066800"/>
                  <a:pt x="0" y="998567"/>
                  <a:pt x="0" y="9143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53188" y="459105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61092" y="536"/>
                </a:moveTo>
                <a:cubicBezTo>
                  <a:pt x="153501" y="-1652"/>
                  <a:pt x="145599" y="2768"/>
                  <a:pt x="143411" y="10358"/>
                </a:cubicBezTo>
                <a:lnTo>
                  <a:pt x="86261" y="210383"/>
                </a:lnTo>
                <a:cubicBezTo>
                  <a:pt x="84073" y="217974"/>
                  <a:pt x="88493" y="225876"/>
                  <a:pt x="96083" y="228064"/>
                </a:cubicBezTo>
                <a:cubicBezTo>
                  <a:pt x="103674" y="230252"/>
                  <a:pt x="111576" y="225832"/>
                  <a:pt x="113764" y="218242"/>
                </a:cubicBezTo>
                <a:lnTo>
                  <a:pt x="170914" y="18217"/>
                </a:lnTo>
                <a:cubicBezTo>
                  <a:pt x="173102" y="10626"/>
                  <a:pt x="168682" y="2724"/>
                  <a:pt x="161092" y="536"/>
                </a:cubicBezTo>
                <a:close/>
                <a:moveTo>
                  <a:pt x="189934" y="61302"/>
                </a:moveTo>
                <a:cubicBezTo>
                  <a:pt x="184353" y="66883"/>
                  <a:pt x="184353" y="75947"/>
                  <a:pt x="189934" y="81528"/>
                </a:cubicBezTo>
                <a:lnTo>
                  <a:pt x="222706" y="114300"/>
                </a:lnTo>
                <a:lnTo>
                  <a:pt x="189934" y="147072"/>
                </a:lnTo>
                <a:cubicBezTo>
                  <a:pt x="184353" y="152653"/>
                  <a:pt x="184353" y="161717"/>
                  <a:pt x="189934" y="167298"/>
                </a:cubicBezTo>
                <a:cubicBezTo>
                  <a:pt x="195516" y="172879"/>
                  <a:pt x="204579" y="172879"/>
                  <a:pt x="210160" y="167298"/>
                </a:cubicBezTo>
                <a:lnTo>
                  <a:pt x="253023" y="124435"/>
                </a:lnTo>
                <a:cubicBezTo>
                  <a:pt x="258604" y="118854"/>
                  <a:pt x="258604" y="109791"/>
                  <a:pt x="253023" y="104209"/>
                </a:cubicBezTo>
                <a:lnTo>
                  <a:pt x="210160" y="61347"/>
                </a:lnTo>
                <a:cubicBezTo>
                  <a:pt x="204579" y="55766"/>
                  <a:pt x="195516" y="55766"/>
                  <a:pt x="189934" y="61347"/>
                </a:cubicBezTo>
                <a:close/>
                <a:moveTo>
                  <a:pt x="67285" y="61302"/>
                </a:moveTo>
                <a:cubicBezTo>
                  <a:pt x="61704" y="55721"/>
                  <a:pt x="52641" y="55721"/>
                  <a:pt x="47059" y="61302"/>
                </a:cubicBezTo>
                <a:lnTo>
                  <a:pt x="4197" y="104165"/>
                </a:lnTo>
                <a:cubicBezTo>
                  <a:pt x="-1384" y="109746"/>
                  <a:pt x="-1384" y="118809"/>
                  <a:pt x="4197" y="124391"/>
                </a:cubicBezTo>
                <a:lnTo>
                  <a:pt x="47059" y="167253"/>
                </a:lnTo>
                <a:cubicBezTo>
                  <a:pt x="52641" y="172834"/>
                  <a:pt x="61704" y="172834"/>
                  <a:pt x="67285" y="167253"/>
                </a:cubicBezTo>
                <a:cubicBezTo>
                  <a:pt x="72866" y="161672"/>
                  <a:pt x="72866" y="152608"/>
                  <a:pt x="67285" y="147027"/>
                </a:cubicBezTo>
                <a:lnTo>
                  <a:pt x="34513" y="114300"/>
                </a:lnTo>
                <a:lnTo>
                  <a:pt x="67241" y="81528"/>
                </a:lnTo>
                <a:cubicBezTo>
                  <a:pt x="72822" y="75947"/>
                  <a:pt x="72822" y="66883"/>
                  <a:pt x="67241" y="61302"/>
                </a:cubicBezTo>
                <a:close/>
              </a:path>
            </a:pathLst>
          </a:custGeom>
          <a:solidFill>
            <a:srgbClr val="14B8A6"/>
          </a:solidFill>
          <a:ln/>
        </p:spPr>
      </p:sp>
      <p:sp>
        <p:nvSpPr>
          <p:cNvPr id="14" name="Text 12"/>
          <p:cNvSpPr/>
          <p:nvPr/>
        </p:nvSpPr>
        <p:spPr>
          <a:xfrm>
            <a:off x="6791325" y="4572000"/>
            <a:ext cx="1200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Stack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0" y="4953000"/>
            <a:ext cx="1581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Django + Python + AI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572967" y="5915025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8037" y="-5358"/>
                </a:moveTo>
                <a:cubicBezTo>
                  <a:pt x="3583" y="-5358"/>
                  <a:pt x="0" y="-1775"/>
                  <a:pt x="0" y="2679"/>
                </a:cubicBezTo>
                <a:cubicBezTo>
                  <a:pt x="0" y="7133"/>
                  <a:pt x="3583" y="10716"/>
                  <a:pt x="8037" y="10716"/>
                </a:cubicBezTo>
                <a:lnTo>
                  <a:pt x="23206" y="10716"/>
                </a:lnTo>
                <a:cubicBezTo>
                  <a:pt x="24512" y="10716"/>
                  <a:pt x="25617" y="11653"/>
                  <a:pt x="25851" y="12926"/>
                </a:cubicBezTo>
                <a:lnTo>
                  <a:pt x="43298" y="108797"/>
                </a:lnTo>
                <a:cubicBezTo>
                  <a:pt x="45374" y="120249"/>
                  <a:pt x="55353" y="128588"/>
                  <a:pt x="67006" y="128588"/>
                </a:cubicBezTo>
                <a:lnTo>
                  <a:pt x="152698" y="128588"/>
                </a:lnTo>
                <a:cubicBezTo>
                  <a:pt x="157151" y="128588"/>
                  <a:pt x="160734" y="125004"/>
                  <a:pt x="160734" y="120551"/>
                </a:cubicBezTo>
                <a:cubicBezTo>
                  <a:pt x="160734" y="116097"/>
                  <a:pt x="157151" y="112514"/>
                  <a:pt x="152698" y="112514"/>
                </a:cubicBezTo>
                <a:lnTo>
                  <a:pt x="67006" y="112514"/>
                </a:lnTo>
                <a:cubicBezTo>
                  <a:pt x="63122" y="112514"/>
                  <a:pt x="59807" y="109735"/>
                  <a:pt x="59103" y="105917"/>
                </a:cubicBezTo>
                <a:lnTo>
                  <a:pt x="57396" y="96441"/>
                </a:lnTo>
                <a:lnTo>
                  <a:pt x="159060" y="96441"/>
                </a:lnTo>
                <a:cubicBezTo>
                  <a:pt x="169374" y="96441"/>
                  <a:pt x="178214" y="89107"/>
                  <a:pt x="180123" y="78961"/>
                </a:cubicBezTo>
                <a:lnTo>
                  <a:pt x="190504" y="23407"/>
                </a:lnTo>
                <a:cubicBezTo>
                  <a:pt x="191743" y="16810"/>
                  <a:pt x="186686" y="10716"/>
                  <a:pt x="179956" y="10716"/>
                </a:cubicBezTo>
                <a:lnTo>
                  <a:pt x="41757" y="10716"/>
                </a:lnTo>
                <a:lnTo>
                  <a:pt x="41624" y="10046"/>
                </a:lnTo>
                <a:cubicBezTo>
                  <a:pt x="40016" y="1139"/>
                  <a:pt x="32247" y="-5358"/>
                  <a:pt x="23173" y="-5358"/>
                </a:cubicBezTo>
                <a:lnTo>
                  <a:pt x="8037" y="-5358"/>
                </a:lnTo>
                <a:close/>
                <a:moveTo>
                  <a:pt x="69652" y="171450"/>
                </a:moveTo>
                <a:cubicBezTo>
                  <a:pt x="78523" y="171450"/>
                  <a:pt x="85725" y="164248"/>
                  <a:pt x="85725" y="155377"/>
                </a:cubicBezTo>
                <a:cubicBezTo>
                  <a:pt x="85725" y="146505"/>
                  <a:pt x="78523" y="139303"/>
                  <a:pt x="69652" y="139303"/>
                </a:cubicBezTo>
                <a:cubicBezTo>
                  <a:pt x="60780" y="139303"/>
                  <a:pt x="53578" y="146505"/>
                  <a:pt x="53578" y="155377"/>
                </a:cubicBezTo>
                <a:cubicBezTo>
                  <a:pt x="53578" y="164248"/>
                  <a:pt x="60780" y="171450"/>
                  <a:pt x="69652" y="171450"/>
                </a:cubicBezTo>
                <a:close/>
                <a:moveTo>
                  <a:pt x="144661" y="171450"/>
                </a:moveTo>
                <a:cubicBezTo>
                  <a:pt x="153532" y="171450"/>
                  <a:pt x="160734" y="164248"/>
                  <a:pt x="160734" y="155377"/>
                </a:cubicBezTo>
                <a:cubicBezTo>
                  <a:pt x="160734" y="146505"/>
                  <a:pt x="153532" y="139303"/>
                  <a:pt x="144661" y="139303"/>
                </a:cubicBezTo>
                <a:cubicBezTo>
                  <a:pt x="135790" y="139303"/>
                  <a:pt x="128588" y="146505"/>
                  <a:pt x="128588" y="155377"/>
                </a:cubicBezTo>
                <a:cubicBezTo>
                  <a:pt x="128588" y="164248"/>
                  <a:pt x="135790" y="171450"/>
                  <a:pt x="144661" y="171450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3818235" y="5867400"/>
            <a:ext cx="1238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Shop Module ✓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357614" y="591502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42863" y="0"/>
                </a:moveTo>
                <a:cubicBezTo>
                  <a:pt x="48790" y="0"/>
                  <a:pt x="53578" y="4789"/>
                  <a:pt x="53578" y="10716"/>
                </a:cubicBezTo>
                <a:lnTo>
                  <a:pt x="53578" y="21431"/>
                </a:lnTo>
                <a:lnTo>
                  <a:pt x="96441" y="21431"/>
                </a:lnTo>
                <a:lnTo>
                  <a:pt x="96441" y="10716"/>
                </a:lnTo>
                <a:cubicBezTo>
                  <a:pt x="96441" y="4789"/>
                  <a:pt x="101229" y="0"/>
                  <a:pt x="107156" y="0"/>
                </a:cubicBezTo>
                <a:cubicBezTo>
                  <a:pt x="113083" y="0"/>
                  <a:pt x="117872" y="4789"/>
                  <a:pt x="117872" y="10716"/>
                </a:cubicBezTo>
                <a:lnTo>
                  <a:pt x="117872" y="21431"/>
                </a:lnTo>
                <a:lnTo>
                  <a:pt x="128588" y="21431"/>
                </a:lnTo>
                <a:cubicBezTo>
                  <a:pt x="140408" y="21431"/>
                  <a:pt x="150019" y="31042"/>
                  <a:pt x="150019" y="42863"/>
                </a:cubicBezTo>
                <a:lnTo>
                  <a:pt x="150019" y="139303"/>
                </a:lnTo>
                <a:cubicBezTo>
                  <a:pt x="150019" y="151124"/>
                  <a:pt x="140408" y="160734"/>
                  <a:pt x="128588" y="160734"/>
                </a:cubicBezTo>
                <a:lnTo>
                  <a:pt x="21431" y="160734"/>
                </a:lnTo>
                <a:cubicBezTo>
                  <a:pt x="9611" y="160734"/>
                  <a:pt x="0" y="151124"/>
                  <a:pt x="0" y="139303"/>
                </a:cubicBezTo>
                <a:lnTo>
                  <a:pt x="0" y="42863"/>
                </a:lnTo>
                <a:cubicBezTo>
                  <a:pt x="0" y="31042"/>
                  <a:pt x="9611" y="21431"/>
                  <a:pt x="21431" y="21431"/>
                </a:cubicBezTo>
                <a:lnTo>
                  <a:pt x="32147" y="21431"/>
                </a:lnTo>
                <a:lnTo>
                  <a:pt x="32147" y="10716"/>
                </a:lnTo>
                <a:cubicBezTo>
                  <a:pt x="32147" y="4789"/>
                  <a:pt x="36935" y="0"/>
                  <a:pt x="42863" y="0"/>
                </a:cubicBezTo>
                <a:close/>
                <a:moveTo>
                  <a:pt x="103272" y="76583"/>
                </a:moveTo>
                <a:cubicBezTo>
                  <a:pt x="105616" y="72833"/>
                  <a:pt x="104477" y="67877"/>
                  <a:pt x="100727" y="65499"/>
                </a:cubicBezTo>
                <a:cubicBezTo>
                  <a:pt x="96976" y="63122"/>
                  <a:pt x="92020" y="64294"/>
                  <a:pt x="89643" y="68044"/>
                </a:cubicBezTo>
                <a:lnTo>
                  <a:pt x="69082" y="100961"/>
                </a:lnTo>
                <a:lnTo>
                  <a:pt x="60041" y="88906"/>
                </a:lnTo>
                <a:cubicBezTo>
                  <a:pt x="57362" y="85357"/>
                  <a:pt x="52339" y="84620"/>
                  <a:pt x="48790" y="87299"/>
                </a:cubicBezTo>
                <a:cubicBezTo>
                  <a:pt x="45240" y="89978"/>
                  <a:pt x="44503" y="95001"/>
                  <a:pt x="47182" y="98550"/>
                </a:cubicBezTo>
                <a:lnTo>
                  <a:pt x="63256" y="119982"/>
                </a:lnTo>
                <a:cubicBezTo>
                  <a:pt x="64830" y="122091"/>
                  <a:pt x="67374" y="123297"/>
                  <a:pt x="70020" y="123196"/>
                </a:cubicBezTo>
                <a:cubicBezTo>
                  <a:pt x="72665" y="123096"/>
                  <a:pt x="75076" y="121689"/>
                  <a:pt x="76483" y="119412"/>
                </a:cubicBezTo>
                <a:lnTo>
                  <a:pt x="103272" y="76550"/>
                </a:ln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5570736" y="5867400"/>
            <a:ext cx="1304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Appointments ✓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160618" y="59150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40184" y="18752"/>
                </a:moveTo>
                <a:cubicBezTo>
                  <a:pt x="40184" y="8405"/>
                  <a:pt x="48589" y="0"/>
                  <a:pt x="58936" y="0"/>
                </a:cubicBezTo>
                <a:lnTo>
                  <a:pt x="66973" y="0"/>
                </a:lnTo>
                <a:cubicBezTo>
                  <a:pt x="72900" y="0"/>
                  <a:pt x="77688" y="4789"/>
                  <a:pt x="77688" y="10716"/>
                </a:cubicBezTo>
                <a:lnTo>
                  <a:pt x="77688" y="160734"/>
                </a:lnTo>
                <a:cubicBezTo>
                  <a:pt x="77688" y="166661"/>
                  <a:pt x="72900" y="171450"/>
                  <a:pt x="66973" y="171450"/>
                </a:cubicBezTo>
                <a:lnTo>
                  <a:pt x="56257" y="171450"/>
                </a:lnTo>
                <a:cubicBezTo>
                  <a:pt x="46278" y="171450"/>
                  <a:pt x="37873" y="164619"/>
                  <a:pt x="35496" y="155377"/>
                </a:cubicBezTo>
                <a:cubicBezTo>
                  <a:pt x="35261" y="155377"/>
                  <a:pt x="35060" y="155377"/>
                  <a:pt x="34826" y="155377"/>
                </a:cubicBezTo>
                <a:cubicBezTo>
                  <a:pt x="20025" y="155377"/>
                  <a:pt x="8037" y="143388"/>
                  <a:pt x="8037" y="128588"/>
                </a:cubicBezTo>
                <a:cubicBezTo>
                  <a:pt x="8037" y="122560"/>
                  <a:pt x="10046" y="117001"/>
                  <a:pt x="13395" y="112514"/>
                </a:cubicBezTo>
                <a:cubicBezTo>
                  <a:pt x="6898" y="107625"/>
                  <a:pt x="2679" y="99856"/>
                  <a:pt x="2679" y="91083"/>
                </a:cubicBezTo>
                <a:cubicBezTo>
                  <a:pt x="2679" y="80736"/>
                  <a:pt x="8573" y="71728"/>
                  <a:pt x="17145" y="67274"/>
                </a:cubicBezTo>
                <a:cubicBezTo>
                  <a:pt x="14767" y="63256"/>
                  <a:pt x="13395" y="58568"/>
                  <a:pt x="13395" y="53578"/>
                </a:cubicBezTo>
                <a:cubicBezTo>
                  <a:pt x="13395" y="38777"/>
                  <a:pt x="25383" y="26789"/>
                  <a:pt x="40184" y="26789"/>
                </a:cubicBezTo>
                <a:lnTo>
                  <a:pt x="40184" y="18752"/>
                </a:lnTo>
                <a:close/>
                <a:moveTo>
                  <a:pt x="131266" y="18752"/>
                </a:moveTo>
                <a:lnTo>
                  <a:pt x="131266" y="26789"/>
                </a:lnTo>
                <a:cubicBezTo>
                  <a:pt x="146067" y="26789"/>
                  <a:pt x="158055" y="38777"/>
                  <a:pt x="158055" y="53578"/>
                </a:cubicBezTo>
                <a:cubicBezTo>
                  <a:pt x="158055" y="58601"/>
                  <a:pt x="156683" y="63289"/>
                  <a:pt x="154305" y="67274"/>
                </a:cubicBezTo>
                <a:cubicBezTo>
                  <a:pt x="162911" y="71728"/>
                  <a:pt x="168771" y="80702"/>
                  <a:pt x="168771" y="91083"/>
                </a:cubicBezTo>
                <a:cubicBezTo>
                  <a:pt x="168771" y="99856"/>
                  <a:pt x="164552" y="107625"/>
                  <a:pt x="158055" y="112514"/>
                </a:cubicBezTo>
                <a:cubicBezTo>
                  <a:pt x="161404" y="117001"/>
                  <a:pt x="163413" y="122560"/>
                  <a:pt x="163413" y="128588"/>
                </a:cubicBezTo>
                <a:cubicBezTo>
                  <a:pt x="163413" y="143388"/>
                  <a:pt x="151425" y="155377"/>
                  <a:pt x="136624" y="155377"/>
                </a:cubicBezTo>
                <a:cubicBezTo>
                  <a:pt x="136390" y="155377"/>
                  <a:pt x="136189" y="155377"/>
                  <a:pt x="135954" y="155377"/>
                </a:cubicBezTo>
                <a:cubicBezTo>
                  <a:pt x="133577" y="164619"/>
                  <a:pt x="125172" y="171450"/>
                  <a:pt x="115193" y="171450"/>
                </a:cubicBezTo>
                <a:lnTo>
                  <a:pt x="104477" y="171450"/>
                </a:lnTo>
                <a:cubicBezTo>
                  <a:pt x="98550" y="171450"/>
                  <a:pt x="93762" y="166661"/>
                  <a:pt x="93762" y="160734"/>
                </a:cubicBezTo>
                <a:lnTo>
                  <a:pt x="93762" y="10716"/>
                </a:lnTo>
                <a:cubicBezTo>
                  <a:pt x="93762" y="4789"/>
                  <a:pt x="98550" y="0"/>
                  <a:pt x="104477" y="0"/>
                </a:cubicBezTo>
                <a:lnTo>
                  <a:pt x="112514" y="0"/>
                </a:lnTo>
                <a:cubicBezTo>
                  <a:pt x="122861" y="0"/>
                  <a:pt x="131266" y="8405"/>
                  <a:pt x="131266" y="18752"/>
                </a:cubicBezTo>
                <a:close/>
              </a:path>
            </a:pathLst>
          </a:custGeom>
          <a:solidFill>
            <a:srgbClr val="14B8A6"/>
          </a:solidFill>
          <a:ln/>
        </p:spPr>
      </p:sp>
      <p:sp>
        <p:nvSpPr>
          <p:cNvPr id="21" name="Text 19"/>
          <p:cNvSpPr/>
          <p:nvPr/>
        </p:nvSpPr>
        <p:spPr>
          <a:xfrm>
            <a:off x="7384455" y="5867400"/>
            <a:ext cx="1276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Coming Soon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81000" y="6381750"/>
            <a:ext cx="677961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Group 05 | Rishat Bin Sultan, Fariha Islam, Nafia Haque Muskan, MD Tamim Hasan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853</Words>
  <Application>Microsoft Office PowerPoint</Application>
  <PresentationFormat>Widescreen</PresentationFormat>
  <Paragraphs>201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微软雅黑</vt:lpstr>
      <vt:lpstr>Arial</vt:lpstr>
      <vt:lpstr>Liter</vt:lpstr>
      <vt:lpstr>Quattrocento Sans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Veterinary System with AI-Based Disease Detection</dc:title>
  <dc:subject>Smart Veterinary System with AI-Based Disease Detection</dc:subject>
  <dc:creator>Kimi</dc:creator>
  <cp:lastModifiedBy>Fariha Islam</cp:lastModifiedBy>
  <cp:revision>3</cp:revision>
  <dcterms:created xsi:type="dcterms:W3CDTF">2026-03-16T02:54:54Z</dcterms:created>
  <dcterms:modified xsi:type="dcterms:W3CDTF">2026-03-27T08:14:56Z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{"Label":"Smart Veterinary System with AI-Based Disease Detection","ContentProducer":"001191110108MACG2KBH8F10000","ProduceID":"19cf451e-94e2-886e-8000-00004b9fca1c","ReservedCode1":"","ContentPropagator":"001191110108MACG2KBH8F20000","PropagateID":"19cf451e-94e2-886e-8000-00004b9fca1c","ReservedCode2":""}</vt:lpwstr>
  </property>
</Properties>
</file>